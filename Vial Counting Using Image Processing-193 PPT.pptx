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23"/>
  </p:notesMasterIdLst>
  <p:sldIdLst>
    <p:sldId id="256" r:id="rId2"/>
    <p:sldId id="258" r:id="rId3"/>
    <p:sldId id="259" r:id="rId4"/>
    <p:sldId id="260" r:id="rId5"/>
    <p:sldId id="261" r:id="rId6"/>
    <p:sldId id="262" r:id="rId7"/>
    <p:sldId id="263" r:id="rId8"/>
    <p:sldId id="264" r:id="rId9"/>
    <p:sldId id="265" r:id="rId10"/>
    <p:sldId id="268" r:id="rId11"/>
    <p:sldId id="272" r:id="rId12"/>
    <p:sldId id="277" r:id="rId13"/>
    <p:sldId id="279" r:id="rId14"/>
    <p:sldId id="283" r:id="rId15"/>
    <p:sldId id="287" r:id="rId16"/>
    <p:sldId id="288" r:id="rId17"/>
    <p:sldId id="289" r:id="rId18"/>
    <p:sldId id="293" r:id="rId19"/>
    <p:sldId id="294" r:id="rId20"/>
    <p:sldId id="295" r:id="rId21"/>
    <p:sldId id="296" r:id="rId22"/>
  </p:sldIdLst>
  <p:sldSz cx="12192000" cy="6858000"/>
  <p:notesSz cx="6858000" cy="9144000"/>
  <p:embeddedFontLst>
    <p:embeddedFont>
      <p:font typeface="Georgia" panose="02040502050405020303" pitchFamily="18" charset="0"/>
      <p:regular r:id="rId24"/>
      <p:bold r:id="rId25"/>
      <p:italic r:id="rId26"/>
      <p:boldItalic r:id="rId27"/>
    </p:embeddedFont>
    <p:embeddedFont>
      <p:font typeface="Proxima Nova" panose="020B0604020202020204" charset="0"/>
      <p:regular r:id="rId28"/>
      <p:bold r:id="rId29"/>
      <p:italic r:id="rId30"/>
      <p:bold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70">
          <p15:clr>
            <a:srgbClr val="9AA0A6"/>
          </p15:clr>
        </p15:guide>
        <p15:guide id="2" pos="5868">
          <p15:clr>
            <a:srgbClr val="9AA0A6"/>
          </p15:clr>
        </p15:guide>
        <p15:guide id="3" orient="horz" pos="157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gzPzfW/Eqj5INjXEMP3JF+w7YJ8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2B8AE5-A59D-413F-A0DB-6DC6D4527A04}" v="1" dt="2024-06-20T04:46:46.111"/>
    <p1510:client id="{D731AF45-9A88-4A75-B1F5-263F2763E352}" v="1" dt="2024-06-20T15:01:17.782"/>
  </p1510:revLst>
</p1510:revInfo>
</file>

<file path=ppt/tableStyles.xml><?xml version="1.0" encoding="utf-8"?>
<a:tblStyleLst xmlns:a="http://schemas.openxmlformats.org/drawingml/2006/main" def="{2C2D7396-3E8A-4C48-A43C-EBEA59809495}">
  <a:tblStyle styleId="{2C2D7396-3E8A-4C48-A43C-EBEA5980949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1570"/>
        <p:guide pos="5868"/>
        <p:guide orient="horz" pos="15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57" Type="http://schemas.openxmlformats.org/officeDocument/2006/relationships/presProps" Target="presProps.xml"/><Relationship Id="rId61"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hul v" userId="a5b99366621ab30f" providerId="LiveId" clId="{D731AF45-9A88-4A75-B1F5-263F2763E352}"/>
    <pc:docChg chg="custSel modSld">
      <pc:chgData name="Athul v" userId="a5b99366621ab30f" providerId="LiveId" clId="{D731AF45-9A88-4A75-B1F5-263F2763E352}" dt="2024-06-20T15:01:48.101" v="26"/>
      <pc:docMkLst>
        <pc:docMk/>
      </pc:docMkLst>
      <pc:sldChg chg="delSp modSp mod">
        <pc:chgData name="Athul v" userId="a5b99366621ab30f" providerId="LiveId" clId="{D731AF45-9A88-4A75-B1F5-263F2763E352}" dt="2024-06-20T05:55:05.117" v="20" actId="20577"/>
        <pc:sldMkLst>
          <pc:docMk/>
          <pc:sldMk cId="0" sldId="256"/>
        </pc:sldMkLst>
        <pc:spChg chg="mod">
          <ac:chgData name="Athul v" userId="a5b99366621ab30f" providerId="LiveId" clId="{D731AF45-9A88-4A75-B1F5-263F2763E352}" dt="2024-06-20T05:55:05.117" v="20" actId="20577"/>
          <ac:spMkLst>
            <pc:docMk/>
            <pc:sldMk cId="0" sldId="256"/>
            <ac:spMk id="97" creationId="{00000000-0000-0000-0000-000000000000}"/>
          </ac:spMkLst>
        </pc:spChg>
        <pc:picChg chg="del">
          <ac:chgData name="Athul v" userId="a5b99366621ab30f" providerId="LiveId" clId="{D731AF45-9A88-4A75-B1F5-263F2763E352}" dt="2024-06-20T05:54:50.111" v="0" actId="478"/>
          <ac:picMkLst>
            <pc:docMk/>
            <pc:sldMk cId="0" sldId="256"/>
            <ac:picMk id="3" creationId="{9337C011-780A-3D25-35CB-370FD92449BD}"/>
          </ac:picMkLst>
        </pc:picChg>
      </pc:sldChg>
      <pc:sldChg chg="addSp modSp mod">
        <pc:chgData name="Athul v" userId="a5b99366621ab30f" providerId="LiveId" clId="{D731AF45-9A88-4A75-B1F5-263F2763E352}" dt="2024-06-20T15:01:24.019" v="25" actId="1076"/>
        <pc:sldMkLst>
          <pc:docMk/>
          <pc:sldMk cId="0" sldId="283"/>
        </pc:sldMkLst>
        <pc:picChg chg="add mod">
          <ac:chgData name="Athul v" userId="a5b99366621ab30f" providerId="LiveId" clId="{D731AF45-9A88-4A75-B1F5-263F2763E352}" dt="2024-06-20T15:01:24.019" v="25" actId="1076"/>
          <ac:picMkLst>
            <pc:docMk/>
            <pc:sldMk cId="0" sldId="283"/>
            <ac:picMk id="4" creationId="{0AB3CE4D-6FCE-76EB-8E80-1A64F25E8279}"/>
          </ac:picMkLst>
        </pc:picChg>
      </pc:sldChg>
      <pc:sldChg chg="modSp mod">
        <pc:chgData name="Athul v" userId="a5b99366621ab30f" providerId="LiveId" clId="{D731AF45-9A88-4A75-B1F5-263F2763E352}" dt="2024-06-20T15:01:48.101" v="26"/>
        <pc:sldMkLst>
          <pc:docMk/>
          <pc:sldMk cId="0" sldId="287"/>
        </pc:sldMkLst>
        <pc:spChg chg="mod">
          <ac:chgData name="Athul v" userId="a5b99366621ab30f" providerId="LiveId" clId="{D731AF45-9A88-4A75-B1F5-263F2763E352}" dt="2024-06-20T15:01:48.101" v="26"/>
          <ac:spMkLst>
            <pc:docMk/>
            <pc:sldMk cId="0" sldId="287"/>
            <ac:spMk id="42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1" name="Google Shape;12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f3a8d4be09_2_1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Change </a:t>
            </a:r>
            <a:endParaRPr/>
          </a:p>
        </p:txBody>
      </p:sp>
      <p:sp>
        <p:nvSpPr>
          <p:cNvPr id="137" name="Google Shape;137;gf3a8d4be09_2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f3a8d4be09_2_9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f3a8d4be09_2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sz="1100"/>
          </a:p>
        </p:txBody>
      </p:sp>
      <p:sp>
        <p:nvSpPr>
          <p:cNvPr id="157" name="Google Shape;15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sz="1100"/>
          </a:p>
        </p:txBody>
      </p:sp>
      <p:sp>
        <p:nvSpPr>
          <p:cNvPr id="164" name="Google Shape;1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74" name="Google Shape;17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119c79fd7f2_1_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sz="1100"/>
          </a:p>
          <a:p>
            <a:pPr marL="0" lvl="0" indent="0" algn="l" rtl="0">
              <a:lnSpc>
                <a:spcPct val="100000"/>
              </a:lnSpc>
              <a:spcBef>
                <a:spcPts val="0"/>
              </a:spcBef>
              <a:spcAft>
                <a:spcPts val="0"/>
              </a:spcAft>
              <a:buClr>
                <a:schemeClr val="dk1"/>
              </a:buClr>
              <a:buSzPts val="1100"/>
              <a:buFont typeface="Calibri"/>
              <a:buNone/>
            </a:pPr>
            <a:endParaRPr sz="1100"/>
          </a:p>
          <a:p>
            <a:pPr marL="0" lvl="0" indent="0" algn="l" rtl="0">
              <a:lnSpc>
                <a:spcPct val="100000"/>
              </a:lnSpc>
              <a:spcBef>
                <a:spcPts val="0"/>
              </a:spcBef>
              <a:spcAft>
                <a:spcPts val="0"/>
              </a:spcAft>
              <a:buClr>
                <a:schemeClr val="dk1"/>
              </a:buClr>
              <a:buSzPts val="1100"/>
              <a:buFont typeface="Calibri"/>
              <a:buNone/>
            </a:pPr>
            <a:endParaRPr sz="1100"/>
          </a:p>
        </p:txBody>
      </p:sp>
      <p:sp>
        <p:nvSpPr>
          <p:cNvPr id="180" name="Google Shape;180;g119c79fd7f2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117b53b5ae0_10_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sz="1100"/>
          </a:p>
        </p:txBody>
      </p:sp>
      <p:sp>
        <p:nvSpPr>
          <p:cNvPr id="249" name="Google Shape;249;g117b53b5ae0_1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a:t>Keep observations </a:t>
            </a:r>
            <a:endParaRPr/>
          </a:p>
        </p:txBody>
      </p:sp>
      <p:sp>
        <p:nvSpPr>
          <p:cNvPr id="303" name="Google Shape;303;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12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0" name="Google Shape;320;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a:t>Add graphical </a:t>
            </a:r>
            <a:endParaRPr/>
          </a:p>
        </p:txBody>
      </p:sp>
      <p:sp>
        <p:nvSpPr>
          <p:cNvPr id="321" name="Google Shape;321;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13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lvl="0" indent="-228600" algn="l" rtl="0">
              <a:lnSpc>
                <a:spcPct val="100000"/>
              </a:lnSpc>
              <a:spcBef>
                <a:spcPts val="0"/>
              </a:spcBef>
              <a:spcAft>
                <a:spcPts val="0"/>
              </a:spcAft>
              <a:buSzPts val="1400"/>
              <a:buFont typeface="Arial"/>
              <a:buChar char="•"/>
            </a:pPr>
            <a:r>
              <a:rPr lang="en-US" sz="1200" b="0" i="0" u="none" strike="noStrike" cap="none" dirty="0">
                <a:solidFill>
                  <a:schemeClr val="dk1"/>
                </a:solidFill>
                <a:latin typeface="Calibri"/>
                <a:ea typeface="Calibri"/>
                <a:cs typeface="Calibri"/>
                <a:sym typeface="Calibri"/>
              </a:rPr>
              <a:t>classification is the task of predicting a discrete class label. Regression is the task of predicting a continuous quantity.</a:t>
            </a:r>
            <a:endParaRPr dirty="0"/>
          </a:p>
          <a:p>
            <a:pPr marL="457200" lvl="0" indent="-139700" algn="l" rtl="0">
              <a:lnSpc>
                <a:spcPct val="100000"/>
              </a:lnSpc>
              <a:spcBef>
                <a:spcPts val="0"/>
              </a:spcBef>
              <a:spcAft>
                <a:spcPts val="0"/>
              </a:spcAft>
              <a:buSzPts val="1400"/>
              <a:buFont typeface="Arial"/>
              <a:buNone/>
            </a:pPr>
            <a:endParaRPr sz="1200" b="0" i="0" u="none" strike="noStrike" cap="none" dirty="0">
              <a:solidFill>
                <a:schemeClr val="dk1"/>
              </a:solidFill>
              <a:latin typeface="Calibri"/>
              <a:ea typeface="Calibri"/>
              <a:cs typeface="Calibri"/>
              <a:sym typeface="Calibri"/>
            </a:endParaRPr>
          </a:p>
          <a:p>
            <a:pPr marL="457200" lvl="0" indent="-228600" algn="l" rtl="0">
              <a:lnSpc>
                <a:spcPct val="100000"/>
              </a:lnSpc>
              <a:spcBef>
                <a:spcPts val="0"/>
              </a:spcBef>
              <a:spcAft>
                <a:spcPts val="0"/>
              </a:spcAft>
              <a:buSzPts val="1400"/>
              <a:buFont typeface="Arial"/>
              <a:buChar char="•"/>
            </a:pPr>
            <a:r>
              <a:rPr lang="en-US" sz="1200" b="0" i="0" u="none" strike="noStrike" cap="none" dirty="0">
                <a:solidFill>
                  <a:schemeClr val="dk1"/>
                </a:solidFill>
                <a:latin typeface="Calibri"/>
                <a:ea typeface="Calibri"/>
                <a:cs typeface="Calibri"/>
                <a:sym typeface="Calibri"/>
              </a:rPr>
              <a:t>What is classification techniques in machine learning?</a:t>
            </a:r>
            <a:endParaRPr dirty="0"/>
          </a:p>
          <a:p>
            <a:pPr marL="457200" lvl="0" indent="-228600" algn="l" rtl="0">
              <a:lnSpc>
                <a:spcPct val="100000"/>
              </a:lnSpc>
              <a:spcBef>
                <a:spcPts val="0"/>
              </a:spcBef>
              <a:spcAft>
                <a:spcPts val="0"/>
              </a:spcAft>
              <a:buSzPts val="1400"/>
              <a:buFont typeface="Arial"/>
              <a:buChar char="•"/>
            </a:pPr>
            <a:r>
              <a:rPr lang="en-US" sz="1200" b="0" i="0" u="none" strike="noStrike" cap="none" dirty="0">
                <a:solidFill>
                  <a:schemeClr val="dk1"/>
                </a:solidFill>
                <a:latin typeface="Calibri"/>
                <a:ea typeface="Calibri"/>
                <a:cs typeface="Calibri"/>
                <a:sym typeface="Calibri"/>
              </a:rPr>
              <a:t>The Classification algorithm is </a:t>
            </a:r>
            <a:r>
              <a:rPr lang="en-US" sz="1200" b="1" i="0" u="none" strike="noStrike" cap="none" dirty="0">
                <a:solidFill>
                  <a:schemeClr val="dk1"/>
                </a:solidFill>
                <a:latin typeface="Calibri"/>
                <a:ea typeface="Calibri"/>
                <a:cs typeface="Calibri"/>
                <a:sym typeface="Calibri"/>
              </a:rPr>
              <a:t>a Supervised Learning technique that is used to identify the category of new observations on the basis of training data</a:t>
            </a:r>
            <a:r>
              <a:rPr lang="en-US" sz="1200" b="0" i="0" u="none" strike="noStrike" cap="none" dirty="0">
                <a:solidFill>
                  <a:schemeClr val="dk1"/>
                </a:solidFill>
                <a:latin typeface="Calibri"/>
                <a:ea typeface="Calibri"/>
                <a:cs typeface="Calibri"/>
                <a:sym typeface="Calibri"/>
              </a:rPr>
              <a:t>. In Classification, a program learns from the given dataset or observations and then classifies new observation into several classes or groups.</a:t>
            </a:r>
            <a:endParaRPr dirty="0"/>
          </a:p>
          <a:p>
            <a:pPr marL="457200" lvl="0" indent="-228600" algn="l" rtl="0">
              <a:lnSpc>
                <a:spcPct val="100000"/>
              </a:lnSpc>
              <a:spcBef>
                <a:spcPts val="0"/>
              </a:spcBef>
              <a:spcAft>
                <a:spcPts val="0"/>
              </a:spcAft>
              <a:buSzPts val="1400"/>
              <a:buFont typeface="Arial"/>
              <a:buChar char="•"/>
            </a:pPr>
            <a:r>
              <a:rPr lang="en-US" sz="1200" b="0" i="0" u="none" strike="noStrike" cap="none" dirty="0">
                <a:solidFill>
                  <a:schemeClr val="dk1"/>
                </a:solidFill>
                <a:latin typeface="Calibri"/>
                <a:ea typeface="Calibri"/>
                <a:cs typeface="Calibri"/>
                <a:sym typeface="Calibri"/>
              </a:rPr>
              <a:t>What is regression techniques in machine learning?</a:t>
            </a:r>
            <a:endParaRPr dirty="0"/>
          </a:p>
          <a:p>
            <a:pPr marL="457200" lvl="0" indent="-228600" algn="l" rtl="0">
              <a:lnSpc>
                <a:spcPct val="100000"/>
              </a:lnSpc>
              <a:spcBef>
                <a:spcPts val="0"/>
              </a:spcBef>
              <a:spcAft>
                <a:spcPts val="0"/>
              </a:spcAft>
              <a:buSzPts val="1400"/>
              <a:buFont typeface="Arial"/>
              <a:buChar char="•"/>
            </a:pPr>
            <a:r>
              <a:rPr lang="en-US" sz="1200" b="0" i="0" u="none" strike="noStrike" cap="none" dirty="0">
                <a:solidFill>
                  <a:schemeClr val="dk1"/>
                </a:solidFill>
                <a:latin typeface="Calibri"/>
                <a:ea typeface="Calibri"/>
                <a:cs typeface="Calibri"/>
                <a:sym typeface="Calibri"/>
              </a:rPr>
              <a:t>Regression is </a:t>
            </a:r>
            <a:r>
              <a:rPr lang="en-US" sz="1200" b="1" i="0" u="none" strike="noStrike" cap="none" dirty="0">
                <a:solidFill>
                  <a:schemeClr val="dk1"/>
                </a:solidFill>
                <a:latin typeface="Calibri"/>
                <a:ea typeface="Calibri"/>
                <a:cs typeface="Calibri"/>
                <a:sym typeface="Calibri"/>
              </a:rPr>
              <a:t>a technique for investigating the relationship between independent variables or features and a dependent variable or outcome</a:t>
            </a:r>
            <a:r>
              <a:rPr lang="en-US" sz="1200" b="0" i="0" u="none" strike="noStrike" cap="none" dirty="0">
                <a:solidFill>
                  <a:schemeClr val="dk1"/>
                </a:solidFill>
                <a:latin typeface="Calibri"/>
                <a:ea typeface="Calibri"/>
                <a:cs typeface="Calibri"/>
                <a:sym typeface="Calibri"/>
              </a:rPr>
              <a:t>. It's used as a method for predictive modeling in machine learning, in which an algorithm is used to predict continuous outcomes.</a:t>
            </a:r>
            <a:endParaRPr dirty="0"/>
          </a:p>
          <a:p>
            <a:pPr marL="457200" lvl="0" indent="-139700" algn="l" rtl="0">
              <a:lnSpc>
                <a:spcPct val="100000"/>
              </a:lnSpc>
              <a:spcBef>
                <a:spcPts val="0"/>
              </a:spcBef>
              <a:spcAft>
                <a:spcPts val="0"/>
              </a:spcAft>
              <a:buSzPts val="1400"/>
              <a:buFont typeface="Arial"/>
              <a:buNone/>
            </a:pPr>
            <a:endParaRPr b="0" dirty="0"/>
          </a:p>
        </p:txBody>
      </p:sp>
      <p:sp>
        <p:nvSpPr>
          <p:cNvPr id="370" name="Google Shape;370;p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14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5" name="Google Shape;415;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r>
              <a:rPr lang="en-US" sz="1200" b="0" i="0" u="none" strike="noStrike" cap="none">
                <a:solidFill>
                  <a:schemeClr val="dk1"/>
                </a:solidFill>
                <a:latin typeface="Calibri"/>
                <a:ea typeface="Calibri"/>
                <a:cs typeface="Calibri"/>
                <a:sym typeface="Calibri"/>
              </a:rPr>
              <a:t>Why Random Forest Regression is good?</a:t>
            </a:r>
            <a:endParaRPr/>
          </a:p>
          <a:p>
            <a:pPr marL="457200" marR="0" lvl="0" indent="-228600" algn="l" rtl="0">
              <a:lnSpc>
                <a:spcPct val="100000"/>
              </a:lnSpc>
              <a:spcBef>
                <a:spcPts val="0"/>
              </a:spcBef>
              <a:spcAft>
                <a:spcPts val="0"/>
              </a:spcAft>
              <a:buClr>
                <a:srgbClr val="000000"/>
              </a:buClr>
              <a:buSzPts val="1400"/>
              <a:buFont typeface="Arial"/>
              <a:buNone/>
            </a:pPr>
            <a:r>
              <a:rPr lang="en-US" sz="1200" b="0" i="0" u="none" strike="noStrike" cap="none">
                <a:solidFill>
                  <a:schemeClr val="dk1"/>
                </a:solidFill>
                <a:latin typeface="Calibri"/>
                <a:ea typeface="Calibri"/>
                <a:cs typeface="Calibri"/>
                <a:sym typeface="Calibri"/>
              </a:rPr>
              <a:t>A Random Forest Regression model is </a:t>
            </a:r>
            <a:r>
              <a:rPr lang="en-US" sz="1200" b="1" i="0" u="none" strike="noStrike" cap="none">
                <a:solidFill>
                  <a:schemeClr val="dk1"/>
                </a:solidFill>
                <a:latin typeface="Calibri"/>
                <a:ea typeface="Calibri"/>
                <a:cs typeface="Calibri"/>
                <a:sym typeface="Calibri"/>
              </a:rPr>
              <a:t>powerful and accurate</a:t>
            </a:r>
            <a:r>
              <a:rPr lang="en-US" sz="1200" b="0" i="0" u="none" strike="noStrike" cap="none">
                <a:solidFill>
                  <a:schemeClr val="dk1"/>
                </a:solidFill>
                <a:latin typeface="Calibri"/>
                <a:ea typeface="Calibri"/>
                <a:cs typeface="Calibri"/>
                <a:sym typeface="Calibri"/>
              </a:rPr>
              <a:t>. It usually performs great on many problems, including features with non-linear relationships</a:t>
            </a:r>
            <a:endParaRPr/>
          </a:p>
          <a:p>
            <a:pPr marL="457200" marR="0" lvl="0" indent="-22860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Calibri"/>
              <a:ea typeface="Calibri"/>
              <a:cs typeface="Calibri"/>
              <a:sym typeface="Calibri"/>
            </a:endParaRPr>
          </a:p>
          <a:p>
            <a:pPr marL="457200" marR="0" lvl="0" indent="-228600" algn="l" rtl="0">
              <a:lnSpc>
                <a:spcPct val="100000"/>
              </a:lnSpc>
              <a:spcBef>
                <a:spcPts val="0"/>
              </a:spcBef>
              <a:spcAft>
                <a:spcPts val="0"/>
              </a:spcAft>
              <a:buClr>
                <a:srgbClr val="000000"/>
              </a:buClr>
              <a:buSzPts val="1400"/>
              <a:buFont typeface="Arial"/>
              <a:buNone/>
            </a:pPr>
            <a:r>
              <a:rPr lang="en-US" sz="1200" b="0" i="0" u="none" strike="noStrike" cap="none">
                <a:solidFill>
                  <a:schemeClr val="dk1"/>
                </a:solidFill>
                <a:latin typeface="Calibri"/>
                <a:ea typeface="Calibri"/>
                <a:cs typeface="Calibri"/>
                <a:sym typeface="Calibri"/>
              </a:rPr>
              <a:t>How is XGBoost different from random forest?</a:t>
            </a:r>
            <a:endParaRPr/>
          </a:p>
          <a:p>
            <a:pPr marL="457200" marR="0" lvl="0" indent="-228600" algn="l" rtl="0">
              <a:lnSpc>
                <a:spcPct val="100000"/>
              </a:lnSpc>
              <a:spcBef>
                <a:spcPts val="0"/>
              </a:spcBef>
              <a:spcAft>
                <a:spcPts val="0"/>
              </a:spcAft>
              <a:buClr>
                <a:srgbClr val="000000"/>
              </a:buClr>
              <a:buSzPts val="1400"/>
              <a:buFont typeface="Arial"/>
              <a:buNone/>
            </a:pPr>
            <a:r>
              <a:rPr lang="en-US" sz="1200" b="0" i="0" u="none" strike="noStrike" cap="none">
                <a:solidFill>
                  <a:schemeClr val="dk1"/>
                </a:solidFill>
                <a:latin typeface="Calibri"/>
                <a:ea typeface="Calibri"/>
                <a:cs typeface="Calibri"/>
                <a:sym typeface="Calibri"/>
              </a:rPr>
              <a:t>One of the most important differences between XG Boost and Random forest is that the </a:t>
            </a:r>
            <a:r>
              <a:rPr lang="en-US" sz="1200" b="1" i="0" u="none" strike="noStrike" cap="none">
                <a:solidFill>
                  <a:schemeClr val="dk1"/>
                </a:solidFill>
                <a:latin typeface="Calibri"/>
                <a:ea typeface="Calibri"/>
                <a:cs typeface="Calibri"/>
                <a:sym typeface="Calibri"/>
              </a:rPr>
              <a:t>XGBoost always gives more importance to functional space when reducing the cost of a model while Random Forest tries to give more preferences to hyperparameters to optimize the model</a:t>
            </a:r>
            <a:r>
              <a:rPr lang="en-US" sz="1200" b="0" i="0" u="none" strike="noStrike" cap="none">
                <a:solidFill>
                  <a:schemeClr val="dk1"/>
                </a:solidFill>
                <a:latin typeface="Calibri"/>
                <a:ea typeface="Calibri"/>
                <a:cs typeface="Calibri"/>
                <a:sym typeface="Calibri"/>
              </a:rPr>
              <a:t>..</a:t>
            </a:r>
            <a:endParaRPr/>
          </a:p>
          <a:p>
            <a:pPr marL="457200" marR="0" lvl="0" indent="-228600" algn="l" rtl="0">
              <a:lnSpc>
                <a:spcPct val="100000"/>
              </a:lnSpc>
              <a:spcBef>
                <a:spcPts val="0"/>
              </a:spcBef>
              <a:spcAft>
                <a:spcPts val="0"/>
              </a:spcAft>
              <a:buClr>
                <a:srgbClr val="000000"/>
              </a:buClr>
              <a:buSzPts val="1400"/>
              <a:buFont typeface="Arial"/>
              <a:buNone/>
            </a:pPr>
            <a:r>
              <a:rPr lang="en-US" sz="1200" b="1" i="0" u="none" strike="noStrike" cap="none">
                <a:solidFill>
                  <a:schemeClr val="dk1"/>
                </a:solidFill>
                <a:latin typeface="Calibri"/>
                <a:ea typeface="Calibri"/>
                <a:cs typeface="Calibri"/>
                <a:sym typeface="Calibri"/>
              </a:rPr>
              <a:t>n_estimators</a:t>
            </a:r>
            <a:r>
              <a:rPr lang="en-US" sz="1200" b="0" i="0" u="none" strike="noStrike" cap="none">
                <a:solidFill>
                  <a:schemeClr val="dk1"/>
                </a:solidFill>
                <a:latin typeface="Calibri"/>
                <a:ea typeface="Calibri"/>
                <a:cs typeface="Calibri"/>
                <a:sym typeface="Calibri"/>
              </a:rPr>
              <a:t> — the number of decision trees you will be running in the model</a:t>
            </a:r>
            <a:endParaRPr/>
          </a:p>
        </p:txBody>
      </p:sp>
      <p:sp>
        <p:nvSpPr>
          <p:cNvPr id="416" name="Google Shape;416;p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15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5" name="Google Shape;425;p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7" name="Google Shape;437;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38" name="Google Shape;438;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5" name="Google Shape;465;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1" name="Google Shape;471;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72" name="Google Shape;472;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9" name="Google Shape;479;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480" name="Google Shape;480;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7" name="Google Shape;487;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48E27-E1CB-244B-3F82-6B5D976E99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62B7795-E2D6-5E26-1CB1-B700F1A06F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22E7FC-6917-B2BA-0D73-7EFB29AB3C8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F5C0A5F-0CBC-D84A-8F45-1861A77F6D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9ACCBB-AF5E-AB7A-F04B-7D332DFDCA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127885691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9A73E-AC21-F14F-6F8F-76F963C58D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EE0AD6-8DF7-2721-F62A-FCD08BA36A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09F999-00F6-D4DE-D75E-0724470B2DD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6B182ED-3E2F-0915-BF0E-ED59169B0E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F47D65-69E6-669E-BD8D-716FBD04FC5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93189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2D7BF-CAEA-06A1-FDA9-AB52E54247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AEC2DD-5EAB-B5DB-E521-870512FF49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9C3D8F-AB63-9282-CD42-96BB7C8E18E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3EB899A1-0EF1-E34D-9122-69DB97392B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B8E52E-9E57-F82F-B8CB-913B3D8D2BA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30964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25ACA-B771-222C-F9A6-974C3B296B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8A2C84-DFCB-27EA-8106-1B06B28554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99C1CC-3768-295B-460D-BED79E0CE3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2EF51B7-2C0F-2EEC-F4A0-EE196C66031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C04777B-CD7F-8567-31E1-E6AE653640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2F9773-D963-C239-80CC-C84FD8B5631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73469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14DE0-C5D1-E7AF-DE85-B1921B7055F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7D6074-A55B-A784-F288-9CE7E6B7D6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5946B8-A67D-9C50-1747-1049CA48D2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6835F6-CB5D-7980-1CB0-DAEC9B09CE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7C4EAB-3D7C-1E9A-10D0-4F0A5D753A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47DFC97-41BC-7CE4-6A0F-78B0C62FBD4E}"/>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12FD4B37-7056-824C-735E-8A0D4BB8F34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83B1E3-675A-C845-EEB7-F4DA2EFE1A9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27985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BF41F-ED1D-5A57-76BC-054356F1E2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DD7A3D-C50D-36AD-15D8-948CB3336CFF}"/>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82F14A0-52F6-7D62-9C24-4EA18C1A5C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80E03B-2539-8E44-811F-7DDEDBD40C6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85670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CA3D3D-4650-FF8D-716D-76D02E5C9E66}"/>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DB2F234F-1289-EF51-E2BC-220FB4A865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F43A90-F08B-827D-82E9-320212A7678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219132627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3E900-15E6-0ED2-C69E-8E93BF2098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AD4AC33-F197-AA17-1AC5-18A56C6162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AFD2D6-DE59-BFEE-EF4C-DFE4538124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B41215-5DA8-D30E-2553-617CCBCAF2A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AD15086-1583-6A08-20DE-67C47F27B2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21A94D-9A57-2932-ECD5-B3F7FE01BF6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8950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DE4DC-CA31-961F-A559-B20623D965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85ED01-8180-9839-C7BB-B402662E48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6D1AE3-2A63-63C2-A3FD-10C59BE08A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9DE213-9DED-01EE-BF8D-E3F5CF5B05B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F48C6A8-C8D9-A521-1A3F-A569F629E4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BF17DF-B35E-02FD-9054-533A8C28972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41528848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0E93C-1556-B776-DD4C-6872613D2BE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EFD206-5299-54A9-73E2-855DC15014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B03E6F-EB4B-867C-8BF3-E7E96E174BF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6ECCF43-4478-95FD-243B-95EB9B2F99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3EBF07-F97C-098C-3743-CB8F73B0B10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16897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B98409-B78F-5F60-04DC-7D194822237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2BB61E1-263F-6FA0-B4C4-DA4D375DE3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16E0AF-A835-F609-9353-F167F33FCA0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EB01A9E-398E-E892-A651-9F948C855A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4F027C-9441-EB6F-595E-2D95EBDA820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24776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15"/>
        <p:cNvGrpSpPr/>
        <p:nvPr/>
      </p:nvGrpSpPr>
      <p:grpSpPr>
        <a:xfrm>
          <a:off x="0" y="0"/>
          <a:ext cx="0" cy="0"/>
          <a:chOff x="0" y="0"/>
          <a:chExt cx="0" cy="0"/>
        </a:xfrm>
      </p:grpSpPr>
      <p:sp>
        <p:nvSpPr>
          <p:cNvPr id="17" name="Google Shape;17;p61"/>
          <p:cNvSpPr txBox="1">
            <a:spLocks noGrp="1"/>
          </p:cNvSpPr>
          <p:nvPr>
            <p:ph type="title"/>
          </p:nvPr>
        </p:nvSpPr>
        <p:spPr>
          <a:xfrm>
            <a:off x="228600" y="184714"/>
            <a:ext cx="10515600" cy="521639"/>
          </a:xfrm>
          <a:prstGeom prst="rect">
            <a:avLst/>
          </a:prstGeom>
          <a:noFill/>
          <a:ln>
            <a:noFill/>
          </a:ln>
        </p:spPr>
        <p:txBody>
          <a:bodyPr spcFirstLastPara="1" wrap="square" lIns="91400" tIns="45675" rIns="91400" bIns="45675" anchor="ctr" anchorCtr="0">
            <a:spAutoFit/>
          </a:bodyPr>
          <a:lstStyle>
            <a:lvl1pPr lvl="0" algn="l">
              <a:lnSpc>
                <a:spcPct val="90000"/>
              </a:lnSpc>
              <a:spcBef>
                <a:spcPts val="0"/>
              </a:spcBef>
              <a:spcAft>
                <a:spcPts val="0"/>
              </a:spcAft>
              <a:buClr>
                <a:schemeClr val="dk1"/>
              </a:buClr>
              <a:buSzPts val="2300"/>
              <a:buFont typeface="Georgia"/>
              <a:buNone/>
              <a:defRPr sz="310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 name="Google Shape;18;p61"/>
          <p:cNvSpPr txBox="1">
            <a:spLocks noGrp="1"/>
          </p:cNvSpPr>
          <p:nvPr>
            <p:ph type="sldNum" idx="12"/>
          </p:nvPr>
        </p:nvSpPr>
        <p:spPr>
          <a:xfrm>
            <a:off x="11639552" y="6350000"/>
            <a:ext cx="390525" cy="288925"/>
          </a:xfrm>
          <a:prstGeom prst="rect">
            <a:avLst/>
          </a:prstGeom>
          <a:noFill/>
          <a:ln>
            <a:noFill/>
          </a:ln>
        </p:spPr>
        <p:txBody>
          <a:bodyPr spcFirstLastPara="1" wrap="square" lIns="91400" tIns="45675" rIns="91400" bIns="45675" anchor="ctr" anchorCtr="0">
            <a:noAutofit/>
          </a:bodyPr>
          <a:lstStyle>
            <a:lvl1pPr marL="0" lvl="0"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1200"/>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568653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24"/>
        <p:cNvGrpSpPr/>
        <p:nvPr/>
      </p:nvGrpSpPr>
      <p:grpSpPr>
        <a:xfrm>
          <a:off x="0" y="0"/>
          <a:ext cx="0" cy="0"/>
          <a:chOff x="0" y="0"/>
          <a:chExt cx="0" cy="0"/>
        </a:xfrm>
      </p:grpSpPr>
      <p:sp>
        <p:nvSpPr>
          <p:cNvPr id="26" name="Google Shape;26;gf3a8d4be09_2_86"/>
          <p:cNvSpPr txBox="1">
            <a:spLocks noGrp="1"/>
          </p:cNvSpPr>
          <p:nvPr>
            <p:ph type="title"/>
          </p:nvPr>
        </p:nvSpPr>
        <p:spPr>
          <a:xfrm>
            <a:off x="228600" y="187044"/>
            <a:ext cx="10515600" cy="517024"/>
          </a:xfrm>
          <a:prstGeom prst="rect">
            <a:avLst/>
          </a:prstGeom>
          <a:noFill/>
          <a:ln>
            <a:noFill/>
          </a:ln>
        </p:spPr>
        <p:txBody>
          <a:bodyPr spcFirstLastPara="1" wrap="square" lIns="91400" tIns="45675" rIns="91400" bIns="45675" anchor="ctr" anchorCtr="0">
            <a:spAutoFit/>
          </a:bodyPr>
          <a:lstStyle>
            <a:lvl1pPr lvl="0" algn="l">
              <a:lnSpc>
                <a:spcPct val="90000"/>
              </a:lnSpc>
              <a:spcBef>
                <a:spcPts val="0"/>
              </a:spcBef>
              <a:spcAft>
                <a:spcPts val="0"/>
              </a:spcAft>
              <a:buClr>
                <a:schemeClr val="dk1"/>
              </a:buClr>
              <a:buSzPts val="3000"/>
              <a:buFont typeface="Georgia"/>
              <a:buNone/>
              <a:defRPr sz="3100">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gf3a8d4be09_2_86"/>
          <p:cNvSpPr txBox="1">
            <a:spLocks noGrp="1"/>
          </p:cNvSpPr>
          <p:nvPr>
            <p:ph type="sldNum" idx="12"/>
          </p:nvPr>
        </p:nvSpPr>
        <p:spPr>
          <a:xfrm>
            <a:off x="11639549" y="6350003"/>
            <a:ext cx="390600" cy="288900"/>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048751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44"/>
        <p:cNvGrpSpPr/>
        <p:nvPr/>
      </p:nvGrpSpPr>
      <p:grpSpPr>
        <a:xfrm>
          <a:off x="0" y="0"/>
          <a:ext cx="0" cy="0"/>
          <a:chOff x="0" y="0"/>
          <a:chExt cx="0" cy="0"/>
        </a:xfrm>
      </p:grpSpPr>
      <p:sp>
        <p:nvSpPr>
          <p:cNvPr id="46" name="Google Shape;46;p37"/>
          <p:cNvSpPr txBox="1">
            <a:spLocks noGrp="1"/>
          </p:cNvSpPr>
          <p:nvPr>
            <p:ph type="title"/>
          </p:nvPr>
        </p:nvSpPr>
        <p:spPr>
          <a:xfrm>
            <a:off x="228600" y="187009"/>
            <a:ext cx="10515600" cy="517024"/>
          </a:xfrm>
          <a:prstGeom prst="rect">
            <a:avLst/>
          </a:prstGeom>
          <a:noFill/>
          <a:ln>
            <a:noFill/>
          </a:ln>
        </p:spPr>
        <p:txBody>
          <a:bodyPr spcFirstLastPara="1" wrap="square" lIns="91400" tIns="45675" rIns="91400" bIns="45675" anchor="ctr" anchorCtr="0">
            <a:spAutoFit/>
          </a:bodyPr>
          <a:lstStyle>
            <a:lvl1pPr lvl="0" algn="l">
              <a:lnSpc>
                <a:spcPct val="90000"/>
              </a:lnSpc>
              <a:spcBef>
                <a:spcPts val="0"/>
              </a:spcBef>
              <a:spcAft>
                <a:spcPts val="0"/>
              </a:spcAft>
              <a:buClr>
                <a:schemeClr val="dk1"/>
              </a:buClr>
              <a:buSzPts val="3000"/>
              <a:buFont typeface="Georgia"/>
              <a:buNone/>
              <a:defRPr sz="3100">
                <a:solidFill>
                  <a:schemeClr val="dk1"/>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7"/>
          <p:cNvSpPr txBox="1">
            <a:spLocks noGrp="1"/>
          </p:cNvSpPr>
          <p:nvPr>
            <p:ph type="sldNum" idx="12"/>
          </p:nvPr>
        </p:nvSpPr>
        <p:spPr>
          <a:xfrm>
            <a:off x="8610600" y="6356352"/>
            <a:ext cx="2743200" cy="3651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29553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6F1E-E183-2E6E-C74C-76EC3C2DC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1ADD177-0ABC-6C89-390F-8A12DD43B4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FDC22D-8B88-A13E-CDC7-9C9A33B43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E865E9D4-9F3B-0A58-4F88-8971C620B5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27CEDF7-2E53-8AB7-05C8-3A7DF65639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419526400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hyperlink" Target="https://www.linkedin.com/in/a-a-ashwini-45a9221b9"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4.xml"/><Relationship Id="rId5" Type="http://schemas.openxmlformats.org/officeDocument/2006/relationships/image" Target="../media/image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6"/>
        <p:cNvGrpSpPr/>
        <p:nvPr/>
      </p:nvGrpSpPr>
      <p:grpSpPr>
        <a:xfrm>
          <a:off x="0" y="0"/>
          <a:ext cx="0" cy="0"/>
          <a:chOff x="0" y="0"/>
          <a:chExt cx="0" cy="0"/>
        </a:xfrm>
      </p:grpSpPr>
      <p:sp useBgFill="1">
        <p:nvSpPr>
          <p:cNvPr id="104" name="Rectangle 103">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Shape 113">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7" name="Google Shape;97;p2"/>
          <p:cNvSpPr txBox="1">
            <a:spLocks noGrp="1"/>
          </p:cNvSpPr>
          <p:nvPr>
            <p:ph type="title"/>
          </p:nvPr>
        </p:nvSpPr>
        <p:spPr>
          <a:xfrm>
            <a:off x="610837" y="953767"/>
            <a:ext cx="11125643" cy="2928470"/>
          </a:xfrm>
          <a:prstGeom prst="rect">
            <a:avLst/>
          </a:prstGeom>
        </p:spPr>
        <p:txBody>
          <a:bodyPr spcFirstLastPara="1" vert="horz" lIns="91440" tIns="45720" rIns="91440" bIns="45720" rtlCol="0" anchor="b" anchorCtr="0">
            <a:normAutofit/>
          </a:bodyPr>
          <a:lstStyle/>
          <a:p>
            <a:pPr marL="0" lvl="0" indent="0">
              <a:spcBef>
                <a:spcPct val="0"/>
              </a:spcBef>
              <a:spcAft>
                <a:spcPts val="0"/>
              </a:spcAft>
              <a:buClr>
                <a:schemeClr val="dk1"/>
              </a:buClr>
              <a:buSzPts val="2300"/>
            </a:pPr>
            <a:r>
              <a:rPr lang="en-US" sz="4800" b="1" kern="1200" dirty="0">
                <a:solidFill>
                  <a:srgbClr val="FFFFFF"/>
                </a:solidFill>
                <a:latin typeface="+mj-lt"/>
                <a:ea typeface="+mj-ea"/>
                <a:cs typeface="+mj-cs"/>
                <a:sym typeface="Times New Roman"/>
              </a:rPr>
              <a:t>Vial Counting Using Image Processing-193</a:t>
            </a:r>
            <a:br>
              <a:rPr lang="en-US" sz="4800" b="1" kern="1200" dirty="0">
                <a:solidFill>
                  <a:srgbClr val="FFFFFF"/>
                </a:solidFill>
                <a:latin typeface="+mj-lt"/>
                <a:ea typeface="+mj-ea"/>
                <a:cs typeface="+mj-cs"/>
                <a:sym typeface="Times New Roman"/>
              </a:rPr>
            </a:br>
            <a:r>
              <a:rPr lang="en-US" sz="2800" b="1" kern="1200" dirty="0">
                <a:solidFill>
                  <a:schemeClr val="bg2">
                    <a:lumMod val="75000"/>
                  </a:schemeClr>
                </a:solidFill>
                <a:latin typeface="+mj-lt"/>
                <a:ea typeface="+mj-ea"/>
                <a:cs typeface="+mj-cs"/>
                <a:sym typeface="Times New Roman"/>
              </a:rPr>
              <a:t>Presented by </a:t>
            </a:r>
            <a:r>
              <a:rPr lang="en-US" sz="2800" b="1" dirty="0">
                <a:solidFill>
                  <a:schemeClr val="bg2">
                    <a:lumMod val="75000"/>
                  </a:schemeClr>
                </a:solidFill>
                <a:latin typeface="Söhne"/>
                <a:ea typeface="+mj-ea"/>
                <a:cs typeface="+mj-cs"/>
                <a:sym typeface="Times New Roman"/>
              </a:rPr>
              <a:t>GAYAL C ASHOK</a:t>
            </a:r>
            <a:endParaRPr lang="en-US" sz="2800" b="1" kern="1200" dirty="0">
              <a:solidFill>
                <a:schemeClr val="bg2">
                  <a:lumMod val="75000"/>
                </a:schemeClr>
              </a:solidFill>
              <a:latin typeface="+mj-lt"/>
              <a:ea typeface="+mj-ea"/>
              <a:cs typeface="+mj-cs"/>
              <a:sym typeface="Times New Roman"/>
            </a:endParaRPr>
          </a:p>
        </p:txBody>
      </p:sp>
      <p:sp>
        <p:nvSpPr>
          <p:cNvPr id="98" name="Google Shape;98;p2"/>
          <p:cNvSpPr txBox="1"/>
          <p:nvPr/>
        </p:nvSpPr>
        <p:spPr>
          <a:xfrm>
            <a:off x="242944" y="860611"/>
            <a:ext cx="3537600" cy="492400"/>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None/>
            </a:pPr>
            <a:endParaRPr sz="2400" b="0" i="0" u="none" strike="noStrike" cap="none">
              <a:solidFill>
                <a:srgbClr val="000000"/>
              </a:solidFill>
              <a:latin typeface="Times New Roman"/>
              <a:ea typeface="Times New Roman"/>
              <a:cs typeface="Times New Roman"/>
              <a:sym typeface="Times New Roman"/>
            </a:endParaRPr>
          </a:p>
        </p:txBody>
      </p:sp>
      <p:pic>
        <p:nvPicPr>
          <p:cNvPr id="99" name="Google Shape;99;p2"/>
          <p:cNvPicPr preferRelativeResize="0"/>
          <p:nvPr/>
        </p:nvPicPr>
        <p:blipFill rotWithShape="1">
          <a:blip r:embed="rId3">
            <a:alphaModFix/>
          </a:blip>
          <a:srcRect/>
          <a:stretch/>
        </p:blipFill>
        <p:spPr>
          <a:xfrm>
            <a:off x="9915533" y="6151968"/>
            <a:ext cx="2276467" cy="70603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4"/>
          <p:cNvSpPr txBox="1">
            <a:spLocks noGrp="1"/>
          </p:cNvSpPr>
          <p:nvPr>
            <p:ph type="title"/>
          </p:nvPr>
        </p:nvSpPr>
        <p:spPr>
          <a:xfrm>
            <a:off x="242944" y="192204"/>
            <a:ext cx="10515600" cy="535491"/>
          </a:xfrm>
          <a:prstGeom prst="rect">
            <a:avLst/>
          </a:prstGeom>
          <a:noFill/>
          <a:ln>
            <a:noFill/>
          </a:ln>
        </p:spPr>
        <p:txBody>
          <a:bodyPr spcFirstLastPara="1" wrap="square" lIns="91425" tIns="45675" rIns="91425"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Project Leadership</a:t>
            </a:r>
            <a:endParaRPr b="1" dirty="0">
              <a:latin typeface="Times New Roman"/>
              <a:ea typeface="Times New Roman"/>
              <a:cs typeface="Times New Roman"/>
              <a:sym typeface="Times New Roman"/>
            </a:endParaRPr>
          </a:p>
        </p:txBody>
      </p:sp>
      <p:pic>
        <p:nvPicPr>
          <p:cNvPr id="116" name="Google Shape;116;p4"/>
          <p:cNvPicPr preferRelativeResize="0"/>
          <p:nvPr/>
        </p:nvPicPr>
        <p:blipFill rotWithShape="1">
          <a:blip r:embed="rId3">
            <a:alphaModFix/>
          </a:blip>
          <a:srcRect/>
          <a:stretch/>
        </p:blipFill>
        <p:spPr>
          <a:xfrm>
            <a:off x="9915533" y="6151968"/>
            <a:ext cx="2276467" cy="706033"/>
          </a:xfrm>
          <a:prstGeom prst="rect">
            <a:avLst/>
          </a:prstGeom>
          <a:noFill/>
          <a:ln>
            <a:noFill/>
          </a:ln>
        </p:spPr>
      </p:pic>
      <p:sp>
        <p:nvSpPr>
          <p:cNvPr id="118" name="Google Shape;118;p4"/>
          <p:cNvSpPr/>
          <p:nvPr/>
        </p:nvSpPr>
        <p:spPr>
          <a:xfrm>
            <a:off x="590372" y="1315557"/>
            <a:ext cx="4012389" cy="1107056"/>
          </a:xfrm>
          <a:prstGeom prst="roundRect">
            <a:avLst>
              <a:gd name="adj" fmla="val 16667"/>
            </a:avLst>
          </a:prstGeom>
          <a:solidFill>
            <a:srgbClr val="FFFFFF"/>
          </a:solidFill>
          <a:ln w="12700" cap="flat" cmpd="sng">
            <a:solidFill>
              <a:srgbClr val="4472C4"/>
            </a:solidFill>
            <a:prstDash val="solid"/>
            <a:miter lim="800000"/>
            <a:headEnd type="none" w="sm" len="sm"/>
            <a:tailEnd type="none" w="sm" len="sm"/>
          </a:ln>
        </p:spPr>
        <p:txBody>
          <a:bodyPr spcFirstLastPara="1" wrap="square" lIns="121875" tIns="60925" rIns="121875" bIns="60925" anchor="ctr" anchorCtr="0">
            <a:noAutofit/>
          </a:bodyPr>
          <a:lstStyle/>
          <a:p>
            <a:pPr marL="0" marR="0" lvl="0" indent="0" algn="l" rtl="0">
              <a:lnSpc>
                <a:spcPct val="100000"/>
              </a:lnSpc>
              <a:spcBef>
                <a:spcPts val="0"/>
              </a:spcBef>
              <a:spcAft>
                <a:spcPts val="0"/>
              </a:spcAft>
              <a:buNone/>
            </a:pPr>
            <a:r>
              <a:rPr lang="en-IN" sz="2000" dirty="0">
                <a:latin typeface="Times New Roman"/>
                <a:ea typeface="Times New Roman"/>
                <a:cs typeface="Times New Roman"/>
                <a:sym typeface="Times New Roman"/>
              </a:rPr>
              <a:t>SREEKANTH PUTSALA</a:t>
            </a:r>
            <a:endParaRPr sz="20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900" dirty="0">
                <a:latin typeface="Times New Roman"/>
                <a:ea typeface="Times New Roman"/>
                <a:cs typeface="Times New Roman"/>
                <a:sym typeface="Times New Roman"/>
              </a:rPr>
              <a:t>Associate </a:t>
            </a:r>
            <a:r>
              <a:rPr lang="en-US" sz="1900" dirty="0" err="1">
                <a:latin typeface="Times New Roman"/>
                <a:ea typeface="Times New Roman"/>
                <a:cs typeface="Times New Roman"/>
                <a:sym typeface="Times New Roman"/>
              </a:rPr>
              <a:t>Datascientist</a:t>
            </a:r>
            <a:endParaRPr lang="en-US" sz="1900" b="1" i="0" u="none" strike="noStrike" cap="none" dirty="0">
              <a:solidFill>
                <a:srgbClr val="2E75B5"/>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400" i="0" u="none" strike="noStrike" cap="none" dirty="0">
                <a:solidFill>
                  <a:srgbClr val="2E75B5"/>
                </a:solidFill>
                <a:latin typeface="Times New Roman"/>
                <a:ea typeface="Times New Roman"/>
                <a:cs typeface="Times New Roman"/>
                <a:sym typeface="Times New Roman"/>
              </a:rPr>
              <a:t> </a:t>
            </a:r>
            <a:endParaRPr sz="1400" i="0" u="none" strike="noStrike" cap="none" dirty="0">
              <a:solidFill>
                <a:srgbClr val="2E75B5"/>
              </a:solidFill>
              <a:latin typeface="Times New Roman"/>
              <a:ea typeface="Times New Roman"/>
              <a:cs typeface="Times New Roman"/>
              <a:sym typeface="Times New Roman"/>
            </a:endParaRPr>
          </a:p>
        </p:txBody>
      </p:sp>
      <p:sp>
        <p:nvSpPr>
          <p:cNvPr id="2" name="Rectangle 1">
            <a:extLst>
              <a:ext uri="{FF2B5EF4-FFF2-40B4-BE49-F238E27FC236}">
                <a16:creationId xmlns:a16="http://schemas.microsoft.com/office/drawing/2014/main" id="{40D086D1-B3A2-C3B5-D925-B8591FC719BA}"/>
              </a:ext>
            </a:extLst>
          </p:cNvPr>
          <p:cNvSpPr/>
          <p:nvPr/>
        </p:nvSpPr>
        <p:spPr>
          <a:xfrm>
            <a:off x="242944" y="1061884"/>
            <a:ext cx="11706112" cy="509008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5"/>
          <p:cNvSpPr txBox="1">
            <a:spLocks noGrp="1"/>
          </p:cNvSpPr>
          <p:nvPr>
            <p:ph type="title"/>
          </p:nvPr>
        </p:nvSpPr>
        <p:spPr>
          <a:xfrm>
            <a:off x="260685" y="177860"/>
            <a:ext cx="10515600" cy="535491"/>
          </a:xfrm>
          <a:prstGeom prst="rect">
            <a:avLst/>
          </a:prstGeom>
          <a:noFill/>
          <a:ln>
            <a:noFill/>
          </a:ln>
        </p:spPr>
        <p:txBody>
          <a:bodyPr spcFirstLastPara="1" wrap="square" lIns="91425" tIns="45675" rIns="91425"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Team Members</a:t>
            </a:r>
            <a:endParaRPr b="1" dirty="0">
              <a:latin typeface="Times New Roman"/>
              <a:ea typeface="Times New Roman"/>
              <a:cs typeface="Times New Roman"/>
              <a:sym typeface="Times New Roman"/>
            </a:endParaRPr>
          </a:p>
        </p:txBody>
      </p:sp>
      <p:sp>
        <p:nvSpPr>
          <p:cNvPr id="124" name="Google Shape;124;p5"/>
          <p:cNvSpPr txBox="1"/>
          <p:nvPr/>
        </p:nvSpPr>
        <p:spPr>
          <a:xfrm>
            <a:off x="404950" y="2743200"/>
            <a:ext cx="2455800" cy="707815"/>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None/>
            </a:pPr>
            <a:br>
              <a:rPr lang="en-US" sz="1900" b="0" i="0" u="none" strike="noStrike" cap="none" dirty="0">
                <a:solidFill>
                  <a:srgbClr val="000000"/>
                </a:solidFill>
                <a:latin typeface="Arial"/>
                <a:ea typeface="Arial"/>
                <a:cs typeface="Arial"/>
                <a:sym typeface="Arial"/>
              </a:rPr>
            </a:br>
            <a:endParaRPr sz="1900" b="0" i="0" u="none" strike="noStrike" cap="none" dirty="0">
              <a:solidFill>
                <a:srgbClr val="000000"/>
              </a:solidFill>
              <a:latin typeface="Arial"/>
              <a:ea typeface="Arial"/>
              <a:cs typeface="Arial"/>
              <a:sym typeface="Arial"/>
            </a:endParaRPr>
          </a:p>
        </p:txBody>
      </p:sp>
      <p:sp>
        <p:nvSpPr>
          <p:cNvPr id="125" name="Google Shape;125;p5"/>
          <p:cNvSpPr txBox="1"/>
          <p:nvPr/>
        </p:nvSpPr>
        <p:spPr>
          <a:xfrm>
            <a:off x="2495440" y="2311331"/>
            <a:ext cx="1728019" cy="707830"/>
          </a:xfrm>
          <a:prstGeom prst="rect">
            <a:avLst/>
          </a:prstGeom>
          <a:noFill/>
          <a:ln>
            <a:noFill/>
          </a:ln>
        </p:spPr>
        <p:txBody>
          <a:bodyPr spcFirstLastPara="1" wrap="square" lIns="121875" tIns="60925" rIns="121875" bIns="60925" anchor="t" anchorCtr="0">
            <a:spAutoFit/>
          </a:bodyPr>
          <a:lstStyle/>
          <a:p>
            <a:pPr marL="0" marR="0" lvl="0" indent="0" algn="ctr" rtl="0">
              <a:lnSpc>
                <a:spcPct val="100000"/>
              </a:lnSpc>
              <a:spcBef>
                <a:spcPts val="0"/>
              </a:spcBef>
              <a:spcAft>
                <a:spcPts val="0"/>
              </a:spcAft>
              <a:buNone/>
            </a:pPr>
            <a:br>
              <a:rPr lang="en-US" sz="1900" b="0" i="0" u="none" strike="noStrike" cap="none">
                <a:solidFill>
                  <a:srgbClr val="000000"/>
                </a:solidFill>
                <a:latin typeface="Arial"/>
                <a:ea typeface="Arial"/>
                <a:cs typeface="Arial"/>
                <a:sym typeface="Arial"/>
              </a:rPr>
            </a:br>
            <a:endParaRPr sz="1900" b="0" i="0" u="none" strike="noStrike" cap="none">
              <a:solidFill>
                <a:srgbClr val="000000"/>
              </a:solidFill>
              <a:latin typeface="Arial"/>
              <a:ea typeface="Arial"/>
              <a:cs typeface="Arial"/>
              <a:sym typeface="Arial"/>
            </a:endParaRPr>
          </a:p>
        </p:txBody>
      </p:sp>
      <p:pic>
        <p:nvPicPr>
          <p:cNvPr id="126" name="Google Shape;126;p5"/>
          <p:cNvPicPr preferRelativeResize="0"/>
          <p:nvPr/>
        </p:nvPicPr>
        <p:blipFill rotWithShape="1">
          <a:blip r:embed="rId3">
            <a:alphaModFix/>
          </a:blip>
          <a:srcRect/>
          <a:stretch/>
        </p:blipFill>
        <p:spPr>
          <a:xfrm>
            <a:off x="9915533" y="6151968"/>
            <a:ext cx="2276467" cy="706033"/>
          </a:xfrm>
          <a:prstGeom prst="rect">
            <a:avLst/>
          </a:prstGeom>
          <a:noFill/>
          <a:ln>
            <a:noFill/>
          </a:ln>
        </p:spPr>
      </p:pic>
      <p:sp>
        <p:nvSpPr>
          <p:cNvPr id="127" name="Google Shape;127;p5"/>
          <p:cNvSpPr txBox="1"/>
          <p:nvPr/>
        </p:nvSpPr>
        <p:spPr>
          <a:xfrm>
            <a:off x="3679372" y="2563850"/>
            <a:ext cx="3096000" cy="1077300"/>
          </a:xfrm>
          <a:prstGeom prst="rect">
            <a:avLst/>
          </a:prstGeom>
          <a:noFill/>
          <a:ln>
            <a:noFill/>
          </a:ln>
        </p:spPr>
        <p:txBody>
          <a:bodyPr spcFirstLastPara="1" wrap="square" lIns="121875" tIns="60925" rIns="121875" bIns="60925" anchor="t" anchorCtr="0">
            <a:spAutoFit/>
          </a:bodyPr>
          <a:lstStyle/>
          <a:p>
            <a:pPr marL="0" marR="0" lvl="0" indent="0" algn="ctr" rtl="0">
              <a:lnSpc>
                <a:spcPct val="100000"/>
              </a:lnSpc>
              <a:spcBef>
                <a:spcPts val="0"/>
              </a:spcBef>
              <a:spcAft>
                <a:spcPts val="0"/>
              </a:spcAft>
              <a:buNone/>
            </a:pPr>
            <a:endParaRPr sz="1200" b="1" i="0" u="none" strike="noStrike" cap="none" dirty="0">
              <a:solidFill>
                <a:srgbClr val="0070C0"/>
              </a:solidFill>
              <a:latin typeface="Arial"/>
              <a:ea typeface="Arial"/>
              <a:cs typeface="Arial"/>
              <a:sym typeface="Arial"/>
            </a:endParaRPr>
          </a:p>
          <a:p>
            <a:pPr marL="0" marR="0" lvl="0" indent="0" algn="ctr" rtl="0">
              <a:lnSpc>
                <a:spcPct val="100000"/>
              </a:lnSpc>
              <a:spcBef>
                <a:spcPts val="0"/>
              </a:spcBef>
              <a:spcAft>
                <a:spcPts val="0"/>
              </a:spcAft>
              <a:buNone/>
            </a:pPr>
            <a:endParaRPr sz="1200" b="0" i="0" u="sng" strike="noStrike" cap="none" dirty="0">
              <a:solidFill>
                <a:schemeClr val="hlink"/>
              </a:solidFill>
              <a:latin typeface="Arial"/>
              <a:ea typeface="Arial"/>
              <a:cs typeface="Arial"/>
              <a:sym typeface="Arial"/>
              <a:hlinkClick r:id="rId4"/>
            </a:endParaRPr>
          </a:p>
          <a:p>
            <a:pPr marL="0" marR="0" lvl="0" indent="0" algn="l" rtl="0">
              <a:lnSpc>
                <a:spcPct val="100000"/>
              </a:lnSpc>
              <a:spcBef>
                <a:spcPts val="0"/>
              </a:spcBef>
              <a:spcAft>
                <a:spcPts val="0"/>
              </a:spcAft>
              <a:buNone/>
            </a:pPr>
            <a:br>
              <a:rPr lang="en-US" sz="1900" b="0" i="0" u="none" strike="noStrike" cap="none" dirty="0">
                <a:solidFill>
                  <a:srgbClr val="000000"/>
                </a:solidFill>
                <a:latin typeface="Arial"/>
                <a:ea typeface="Arial"/>
                <a:cs typeface="Arial"/>
                <a:sym typeface="Arial"/>
              </a:rPr>
            </a:br>
            <a:endParaRPr sz="1900" b="0" i="0" u="none" strike="noStrike" cap="none" dirty="0">
              <a:solidFill>
                <a:srgbClr val="000000"/>
              </a:solidFill>
              <a:latin typeface="Arial"/>
              <a:ea typeface="Arial"/>
              <a:cs typeface="Arial"/>
              <a:sym typeface="Arial"/>
            </a:endParaRPr>
          </a:p>
        </p:txBody>
      </p:sp>
      <p:sp>
        <p:nvSpPr>
          <p:cNvPr id="128" name="Google Shape;128;p5"/>
          <p:cNvSpPr txBox="1"/>
          <p:nvPr/>
        </p:nvSpPr>
        <p:spPr>
          <a:xfrm>
            <a:off x="6775269" y="2656114"/>
            <a:ext cx="3204754" cy="910046"/>
          </a:xfrm>
          <a:prstGeom prst="rect">
            <a:avLst/>
          </a:prstGeom>
          <a:noFill/>
          <a:ln>
            <a:noFill/>
          </a:ln>
        </p:spPr>
        <p:txBody>
          <a:bodyPr spcFirstLastPara="1" wrap="square" lIns="121875" tIns="60925" rIns="121875" bIns="60925" anchor="t" anchorCtr="0">
            <a:spAutoFit/>
          </a:bodyPr>
          <a:lstStyle/>
          <a:p>
            <a:pPr marL="0" marR="0" lvl="0" indent="0" algn="ctr" rtl="0">
              <a:lnSpc>
                <a:spcPct val="100000"/>
              </a:lnSpc>
              <a:spcBef>
                <a:spcPts val="0"/>
              </a:spcBef>
              <a:spcAft>
                <a:spcPts val="0"/>
              </a:spcAft>
              <a:buNone/>
            </a:pPr>
            <a:endParaRPr sz="1200" b="0" i="0" u="sng" strike="noStrike" cap="none">
              <a:solidFill>
                <a:schemeClr val="hlink"/>
              </a:solidFill>
              <a:latin typeface="Arial"/>
              <a:ea typeface="Arial"/>
              <a:cs typeface="Arial"/>
              <a:sym typeface="Arial"/>
              <a:hlinkClick r:id="rId4"/>
            </a:endParaRPr>
          </a:p>
          <a:p>
            <a:pPr marL="0" marR="0" lvl="0" indent="0" algn="l" rtl="0">
              <a:lnSpc>
                <a:spcPct val="100000"/>
              </a:lnSpc>
              <a:spcBef>
                <a:spcPts val="0"/>
              </a:spcBef>
              <a:spcAft>
                <a:spcPts val="0"/>
              </a:spcAft>
              <a:buNone/>
            </a:pPr>
            <a:br>
              <a:rPr lang="en-US" sz="1900" b="0" i="0" u="none" strike="noStrike" cap="none">
                <a:solidFill>
                  <a:srgbClr val="000000"/>
                </a:solidFill>
                <a:latin typeface="Arial"/>
                <a:ea typeface="Arial"/>
                <a:cs typeface="Arial"/>
                <a:sym typeface="Arial"/>
              </a:rPr>
            </a:br>
            <a:endParaRPr sz="1900" b="0" i="0" u="none" strike="noStrike" cap="none">
              <a:solidFill>
                <a:srgbClr val="000000"/>
              </a:solidFill>
              <a:latin typeface="Arial"/>
              <a:ea typeface="Arial"/>
              <a:cs typeface="Arial"/>
              <a:sym typeface="Arial"/>
            </a:endParaRPr>
          </a:p>
        </p:txBody>
      </p:sp>
      <p:sp>
        <p:nvSpPr>
          <p:cNvPr id="129" name="Google Shape;129;p5"/>
          <p:cNvSpPr txBox="1"/>
          <p:nvPr/>
        </p:nvSpPr>
        <p:spPr>
          <a:xfrm>
            <a:off x="7807235" y="2616925"/>
            <a:ext cx="3178500" cy="892800"/>
          </a:xfrm>
          <a:prstGeom prst="rect">
            <a:avLst/>
          </a:prstGeom>
          <a:noFill/>
          <a:ln>
            <a:noFill/>
          </a:ln>
        </p:spPr>
        <p:txBody>
          <a:bodyPr spcFirstLastPara="1" wrap="square" lIns="121875" tIns="60925" rIns="121875" bIns="60925" anchor="t" anchorCtr="0">
            <a:spAutoFit/>
          </a:bodyPr>
          <a:lstStyle/>
          <a:p>
            <a:pPr marL="0" marR="0" lvl="0" indent="0" algn="ctr" rtl="0">
              <a:lnSpc>
                <a:spcPct val="100000"/>
              </a:lnSpc>
              <a:spcBef>
                <a:spcPts val="0"/>
              </a:spcBef>
              <a:spcAft>
                <a:spcPts val="0"/>
              </a:spcAft>
              <a:buNone/>
            </a:pPr>
            <a:endParaRPr sz="1200" b="1"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None/>
            </a:pPr>
            <a:br>
              <a:rPr lang="en-US" sz="1900" b="0" i="0" u="none" strike="noStrike" cap="none">
                <a:solidFill>
                  <a:srgbClr val="000000"/>
                </a:solidFill>
                <a:latin typeface="Arial"/>
                <a:ea typeface="Arial"/>
                <a:cs typeface="Arial"/>
                <a:sym typeface="Arial"/>
              </a:rPr>
            </a:br>
            <a:endParaRPr sz="1900" b="0" i="0" u="none" strike="noStrike" cap="none">
              <a:solidFill>
                <a:srgbClr val="000000"/>
              </a:solidFill>
              <a:latin typeface="Arial"/>
              <a:ea typeface="Arial"/>
              <a:cs typeface="Arial"/>
              <a:sym typeface="Arial"/>
            </a:endParaRPr>
          </a:p>
        </p:txBody>
      </p:sp>
      <p:sp>
        <p:nvSpPr>
          <p:cNvPr id="130" name="Google Shape;130;p5"/>
          <p:cNvSpPr txBox="1"/>
          <p:nvPr/>
        </p:nvSpPr>
        <p:spPr>
          <a:xfrm>
            <a:off x="361407" y="5390605"/>
            <a:ext cx="2455800" cy="1077300"/>
          </a:xfrm>
          <a:prstGeom prst="rect">
            <a:avLst/>
          </a:prstGeom>
          <a:noFill/>
          <a:ln>
            <a:noFill/>
          </a:ln>
        </p:spPr>
        <p:txBody>
          <a:bodyPr spcFirstLastPara="1" wrap="square" lIns="121875" tIns="60925" rIns="121875" bIns="60925" anchor="t" anchorCtr="0">
            <a:spAutoFit/>
          </a:bodyPr>
          <a:lstStyle/>
          <a:p>
            <a:pPr marL="0" marR="0" lvl="0" indent="0" algn="ctr" rtl="0">
              <a:lnSpc>
                <a:spcPct val="100000"/>
              </a:lnSpc>
              <a:spcBef>
                <a:spcPts val="0"/>
              </a:spcBef>
              <a:spcAft>
                <a:spcPts val="0"/>
              </a:spcAft>
              <a:buNone/>
            </a:pPr>
            <a:endParaRPr sz="1200" b="1" i="0" u="none" strike="noStrike" cap="none">
              <a:solidFill>
                <a:srgbClr val="0070C0"/>
              </a:solidFill>
              <a:latin typeface="Arial"/>
              <a:ea typeface="Arial"/>
              <a:cs typeface="Arial"/>
              <a:sym typeface="Arial"/>
            </a:endParaRPr>
          </a:p>
          <a:p>
            <a:pPr marL="0" marR="0" lvl="0" indent="0" algn="ctr" rtl="0">
              <a:lnSpc>
                <a:spcPct val="100000"/>
              </a:lnSpc>
              <a:spcBef>
                <a:spcPts val="0"/>
              </a:spcBef>
              <a:spcAft>
                <a:spcPts val="0"/>
              </a:spcAft>
              <a:buNone/>
            </a:pPr>
            <a:endParaRPr sz="1200" b="0" i="0" u="sng" strike="noStrike" cap="none">
              <a:solidFill>
                <a:schemeClr val="hlink"/>
              </a:solidFill>
              <a:latin typeface="Arial"/>
              <a:ea typeface="Arial"/>
              <a:cs typeface="Arial"/>
              <a:sym typeface="Arial"/>
              <a:hlinkClick r:id="rId4"/>
            </a:endParaRPr>
          </a:p>
          <a:p>
            <a:pPr marL="0" marR="0" lvl="0" indent="0" algn="l" rtl="0">
              <a:lnSpc>
                <a:spcPct val="100000"/>
              </a:lnSpc>
              <a:spcBef>
                <a:spcPts val="0"/>
              </a:spcBef>
              <a:spcAft>
                <a:spcPts val="0"/>
              </a:spcAft>
              <a:buNone/>
            </a:pPr>
            <a:br>
              <a:rPr lang="en-US" sz="1900" b="0" i="0" u="none" strike="noStrike" cap="none">
                <a:solidFill>
                  <a:srgbClr val="000000"/>
                </a:solidFill>
                <a:latin typeface="Arial"/>
                <a:ea typeface="Arial"/>
                <a:cs typeface="Arial"/>
                <a:sym typeface="Arial"/>
              </a:rPr>
            </a:br>
            <a:endParaRPr sz="1900" b="0" i="0" u="none" strike="noStrike" cap="none">
              <a:solidFill>
                <a:srgbClr val="000000"/>
              </a:solidFill>
              <a:latin typeface="Arial"/>
              <a:ea typeface="Arial"/>
              <a:cs typeface="Arial"/>
              <a:sym typeface="Arial"/>
            </a:endParaRPr>
          </a:p>
        </p:txBody>
      </p:sp>
      <p:sp>
        <p:nvSpPr>
          <p:cNvPr id="131" name="Google Shape;131;p5"/>
          <p:cNvSpPr txBox="1"/>
          <p:nvPr/>
        </p:nvSpPr>
        <p:spPr>
          <a:xfrm>
            <a:off x="4066905" y="5226841"/>
            <a:ext cx="2455800" cy="892800"/>
          </a:xfrm>
          <a:prstGeom prst="rect">
            <a:avLst/>
          </a:prstGeom>
          <a:noFill/>
          <a:ln>
            <a:noFill/>
          </a:ln>
        </p:spPr>
        <p:txBody>
          <a:bodyPr spcFirstLastPara="1" wrap="square" lIns="121875" tIns="60925" rIns="121875" bIns="60925" anchor="t" anchorCtr="0">
            <a:spAutoFit/>
          </a:bodyPr>
          <a:lstStyle/>
          <a:p>
            <a:pPr marL="0" marR="0" lvl="0" indent="0" algn="ctr" rtl="0">
              <a:lnSpc>
                <a:spcPct val="100000"/>
              </a:lnSpc>
              <a:spcBef>
                <a:spcPts val="0"/>
              </a:spcBef>
              <a:spcAft>
                <a:spcPts val="0"/>
              </a:spcAft>
              <a:buNone/>
            </a:pPr>
            <a:endParaRPr sz="1200" b="0" i="0" u="sng" strike="noStrike" cap="none">
              <a:solidFill>
                <a:schemeClr val="hlink"/>
              </a:solidFill>
              <a:latin typeface="Arial"/>
              <a:ea typeface="Arial"/>
              <a:cs typeface="Arial"/>
              <a:sym typeface="Arial"/>
              <a:hlinkClick r:id="rId4"/>
            </a:endParaRPr>
          </a:p>
          <a:p>
            <a:pPr marL="0" marR="0" lvl="0" indent="0" algn="l" rtl="0">
              <a:lnSpc>
                <a:spcPct val="100000"/>
              </a:lnSpc>
              <a:spcBef>
                <a:spcPts val="0"/>
              </a:spcBef>
              <a:spcAft>
                <a:spcPts val="0"/>
              </a:spcAft>
              <a:buNone/>
            </a:pPr>
            <a:br>
              <a:rPr lang="en-US" sz="1900" b="0" i="0" u="none" strike="noStrike" cap="none">
                <a:solidFill>
                  <a:srgbClr val="000000"/>
                </a:solidFill>
                <a:latin typeface="Arial"/>
                <a:ea typeface="Arial"/>
                <a:cs typeface="Arial"/>
                <a:sym typeface="Arial"/>
              </a:rPr>
            </a:br>
            <a:endParaRPr sz="1900" b="0" i="0" u="none" strike="noStrike" cap="none">
              <a:solidFill>
                <a:srgbClr val="000000"/>
              </a:solidFill>
              <a:latin typeface="Arial"/>
              <a:ea typeface="Arial"/>
              <a:cs typeface="Arial"/>
              <a:sym typeface="Arial"/>
            </a:endParaRPr>
          </a:p>
        </p:txBody>
      </p:sp>
      <p:sp>
        <p:nvSpPr>
          <p:cNvPr id="132" name="Google Shape;132;p5"/>
          <p:cNvSpPr txBox="1"/>
          <p:nvPr/>
        </p:nvSpPr>
        <p:spPr>
          <a:xfrm>
            <a:off x="8138162" y="5248612"/>
            <a:ext cx="2455816" cy="1077161"/>
          </a:xfrm>
          <a:prstGeom prst="rect">
            <a:avLst/>
          </a:prstGeom>
          <a:noFill/>
          <a:ln>
            <a:noFill/>
          </a:ln>
        </p:spPr>
        <p:txBody>
          <a:bodyPr spcFirstLastPara="1" wrap="square" lIns="121875" tIns="60925" rIns="121875" bIns="60925" anchor="t" anchorCtr="0">
            <a:spAutoFit/>
          </a:bodyPr>
          <a:lstStyle/>
          <a:p>
            <a:pPr marL="0" marR="0" lvl="0" indent="0" algn="ctr" rtl="0">
              <a:lnSpc>
                <a:spcPct val="100000"/>
              </a:lnSpc>
              <a:spcBef>
                <a:spcPts val="0"/>
              </a:spcBef>
              <a:spcAft>
                <a:spcPts val="0"/>
              </a:spcAft>
              <a:buNone/>
            </a:pPr>
            <a:endParaRPr sz="12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endParaRPr sz="1200" b="0" i="0" u="sng" strike="noStrike" cap="none">
              <a:solidFill>
                <a:schemeClr val="hlink"/>
              </a:solidFill>
              <a:latin typeface="Arial"/>
              <a:ea typeface="Arial"/>
              <a:cs typeface="Arial"/>
              <a:sym typeface="Arial"/>
              <a:hlinkClick r:id="rId4"/>
            </a:endParaRPr>
          </a:p>
          <a:p>
            <a:pPr marL="0" marR="0" lvl="0" indent="0" algn="l" rtl="0">
              <a:lnSpc>
                <a:spcPct val="100000"/>
              </a:lnSpc>
              <a:spcBef>
                <a:spcPts val="0"/>
              </a:spcBef>
              <a:spcAft>
                <a:spcPts val="0"/>
              </a:spcAft>
              <a:buNone/>
            </a:pPr>
            <a:br>
              <a:rPr lang="en-US" sz="1900" b="0" i="0" u="none" strike="noStrike" cap="none">
                <a:solidFill>
                  <a:srgbClr val="000000"/>
                </a:solidFill>
                <a:latin typeface="Arial"/>
                <a:ea typeface="Arial"/>
                <a:cs typeface="Arial"/>
                <a:sym typeface="Arial"/>
              </a:rPr>
            </a:br>
            <a:endParaRPr sz="1900" b="0" i="0" u="none" strike="noStrike" cap="none">
              <a:solidFill>
                <a:srgbClr val="000000"/>
              </a:solidFill>
              <a:latin typeface="Arial"/>
              <a:ea typeface="Arial"/>
              <a:cs typeface="Arial"/>
              <a:sym typeface="Arial"/>
            </a:endParaRPr>
          </a:p>
        </p:txBody>
      </p:sp>
      <p:sp>
        <p:nvSpPr>
          <p:cNvPr id="133" name="Google Shape;133;p5"/>
          <p:cNvSpPr txBox="1"/>
          <p:nvPr/>
        </p:nvSpPr>
        <p:spPr>
          <a:xfrm>
            <a:off x="8151225" y="5300864"/>
            <a:ext cx="2455816" cy="1077161"/>
          </a:xfrm>
          <a:prstGeom prst="rect">
            <a:avLst/>
          </a:prstGeom>
          <a:noFill/>
          <a:ln>
            <a:noFill/>
          </a:ln>
        </p:spPr>
        <p:txBody>
          <a:bodyPr spcFirstLastPara="1" wrap="square" lIns="121875" tIns="60925" rIns="121875" bIns="60925" anchor="t" anchorCtr="0">
            <a:spAutoFit/>
          </a:bodyPr>
          <a:lstStyle/>
          <a:p>
            <a:pPr marL="0" marR="0" lvl="0" indent="0" algn="ctr" rtl="0">
              <a:lnSpc>
                <a:spcPct val="100000"/>
              </a:lnSpc>
              <a:spcBef>
                <a:spcPts val="0"/>
              </a:spcBef>
              <a:spcAft>
                <a:spcPts val="0"/>
              </a:spcAft>
              <a:buNone/>
            </a:pPr>
            <a:endParaRPr sz="12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endParaRPr sz="1200" b="0" i="0" u="sng" strike="noStrike" cap="none">
              <a:solidFill>
                <a:schemeClr val="hlink"/>
              </a:solidFill>
              <a:latin typeface="Arial"/>
              <a:ea typeface="Arial"/>
              <a:cs typeface="Arial"/>
              <a:sym typeface="Arial"/>
              <a:hlinkClick r:id="rId4"/>
            </a:endParaRPr>
          </a:p>
          <a:p>
            <a:pPr marL="0" marR="0" lvl="0" indent="0" algn="l" rtl="0">
              <a:lnSpc>
                <a:spcPct val="100000"/>
              </a:lnSpc>
              <a:spcBef>
                <a:spcPts val="0"/>
              </a:spcBef>
              <a:spcAft>
                <a:spcPts val="0"/>
              </a:spcAft>
              <a:buNone/>
            </a:pPr>
            <a:br>
              <a:rPr lang="en-US" sz="1900" b="0" i="0" u="none" strike="noStrike" cap="none">
                <a:solidFill>
                  <a:srgbClr val="000000"/>
                </a:solidFill>
                <a:latin typeface="Arial"/>
                <a:ea typeface="Arial"/>
                <a:cs typeface="Arial"/>
                <a:sym typeface="Arial"/>
              </a:rPr>
            </a:br>
            <a:endParaRPr sz="1900" b="0" i="0" u="none" strike="noStrike" cap="none">
              <a:solidFill>
                <a:srgbClr val="000000"/>
              </a:solidFill>
              <a:latin typeface="Arial"/>
              <a:ea typeface="Arial"/>
              <a:cs typeface="Arial"/>
              <a:sym typeface="Arial"/>
            </a:endParaRPr>
          </a:p>
        </p:txBody>
      </p:sp>
      <p:sp>
        <p:nvSpPr>
          <p:cNvPr id="134" name="Google Shape;134;p5"/>
          <p:cNvSpPr txBox="1"/>
          <p:nvPr/>
        </p:nvSpPr>
        <p:spPr>
          <a:xfrm>
            <a:off x="8216538" y="5198931"/>
            <a:ext cx="2455800" cy="892800"/>
          </a:xfrm>
          <a:prstGeom prst="rect">
            <a:avLst/>
          </a:prstGeom>
          <a:noFill/>
          <a:ln>
            <a:noFill/>
          </a:ln>
        </p:spPr>
        <p:txBody>
          <a:bodyPr spcFirstLastPara="1" wrap="square" lIns="121875" tIns="60925" rIns="121875" bIns="60925" anchor="t" anchorCtr="0">
            <a:spAutoFit/>
          </a:bodyPr>
          <a:lstStyle/>
          <a:p>
            <a:pPr marL="0" marR="0" lvl="0" indent="0" algn="ctr" rtl="0">
              <a:lnSpc>
                <a:spcPct val="100000"/>
              </a:lnSpc>
              <a:spcBef>
                <a:spcPts val="0"/>
              </a:spcBef>
              <a:spcAft>
                <a:spcPts val="0"/>
              </a:spcAft>
              <a:buNone/>
            </a:pPr>
            <a:endParaRPr sz="1200" b="1" i="0" u="none" strike="noStrike" cap="none">
              <a:solidFill>
                <a:srgbClr val="0070C0"/>
              </a:solidFill>
              <a:latin typeface="Arial"/>
              <a:ea typeface="Arial"/>
              <a:cs typeface="Arial"/>
              <a:sym typeface="Arial"/>
            </a:endParaRPr>
          </a:p>
          <a:p>
            <a:pPr marL="0" marR="0" lvl="0" indent="0" algn="l" rtl="0">
              <a:lnSpc>
                <a:spcPct val="100000"/>
              </a:lnSpc>
              <a:spcBef>
                <a:spcPts val="0"/>
              </a:spcBef>
              <a:spcAft>
                <a:spcPts val="0"/>
              </a:spcAft>
              <a:buNone/>
            </a:pPr>
            <a:br>
              <a:rPr lang="en-US" sz="1900" b="0" i="0" u="none" strike="noStrike" cap="none">
                <a:solidFill>
                  <a:srgbClr val="000000"/>
                </a:solidFill>
                <a:latin typeface="Arial"/>
                <a:ea typeface="Arial"/>
                <a:cs typeface="Arial"/>
                <a:sym typeface="Arial"/>
              </a:rPr>
            </a:br>
            <a:endParaRPr sz="1900" b="0" i="0" u="none" strike="noStrike" cap="none">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CBDEF80F-036C-538E-FA77-D1C5F04C5125}"/>
              </a:ext>
            </a:extLst>
          </p:cNvPr>
          <p:cNvSpPr/>
          <p:nvPr/>
        </p:nvSpPr>
        <p:spPr>
          <a:xfrm>
            <a:off x="260685" y="1071716"/>
            <a:ext cx="11569908" cy="494562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124;p5">
            <a:extLst>
              <a:ext uri="{FF2B5EF4-FFF2-40B4-BE49-F238E27FC236}">
                <a16:creationId xmlns:a16="http://schemas.microsoft.com/office/drawing/2014/main" id="{5DDD9252-7CB3-D884-5DAD-A1FE76CFD68F}"/>
              </a:ext>
            </a:extLst>
          </p:cNvPr>
          <p:cNvSpPr txBox="1">
            <a:spLocks/>
          </p:cNvSpPr>
          <p:nvPr/>
        </p:nvSpPr>
        <p:spPr>
          <a:xfrm>
            <a:off x="404950" y="2713145"/>
            <a:ext cx="2455800" cy="969425"/>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None/>
            </a:pPr>
            <a:r>
              <a:rPr lang="en-US" sz="1200" b="1" dirty="0">
                <a:solidFill>
                  <a:schemeClr val="dk1"/>
                </a:solidFill>
              </a:rPr>
              <a:t>                N</a:t>
            </a:r>
            <a:r>
              <a:rPr lang="en-US" sz="1200" b="1" i="0" u="none" strike="noStrike" cap="none" dirty="0">
                <a:solidFill>
                  <a:schemeClr val="dk1"/>
                </a:solidFill>
                <a:latin typeface="Arial"/>
                <a:ea typeface="Arial"/>
                <a:cs typeface="Arial"/>
                <a:sym typeface="Arial"/>
              </a:rPr>
              <a:t>ame:</a:t>
            </a:r>
            <a:r>
              <a:rPr lang="en-US" sz="1200" b="1" dirty="0">
                <a:solidFill>
                  <a:schemeClr val="dk1"/>
                </a:solidFill>
              </a:rPr>
              <a:t> GAYAL C ASHOK</a:t>
            </a:r>
            <a:endParaRPr dirty="0"/>
          </a:p>
          <a:p>
            <a:pPr marL="0" marR="0" lvl="0" indent="0" algn="ctr" rtl="0">
              <a:lnSpc>
                <a:spcPct val="100000"/>
              </a:lnSpc>
              <a:spcBef>
                <a:spcPts val="0"/>
              </a:spcBef>
              <a:spcAft>
                <a:spcPts val="0"/>
              </a:spcAft>
              <a:buNone/>
            </a:pPr>
            <a:r>
              <a:rPr lang="en-US" sz="1200" b="1" i="0" u="sng" strike="noStrike" cap="none" dirty="0">
                <a:solidFill>
                  <a:srgbClr val="0070C0"/>
                </a:solidFill>
                <a:latin typeface="Arial"/>
                <a:ea typeface="Arial"/>
                <a:cs typeface="Arial"/>
                <a:sym typeface="Arial"/>
              </a:rPr>
              <a:t>https://www.linkedin.com/in/gayal-c-ashok-26292b280?</a:t>
            </a:r>
            <a:br>
              <a:rPr lang="en-US" sz="1900" b="0" i="0" u="none" strike="noStrike" cap="none" dirty="0">
                <a:solidFill>
                  <a:srgbClr val="000000"/>
                </a:solidFill>
                <a:latin typeface="Arial"/>
                <a:ea typeface="Arial"/>
                <a:cs typeface="Arial"/>
                <a:sym typeface="Arial"/>
              </a:rPr>
            </a:br>
            <a:endParaRPr lang="en-US" sz="19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8"/>
        <p:cNvGrpSpPr/>
        <p:nvPr/>
      </p:nvGrpSpPr>
      <p:grpSpPr>
        <a:xfrm>
          <a:off x="0" y="0"/>
          <a:ext cx="0" cy="0"/>
          <a:chOff x="0" y="0"/>
          <a:chExt cx="0" cy="0"/>
        </a:xfrm>
      </p:grpSpPr>
      <p:sp>
        <p:nvSpPr>
          <p:cNvPr id="139" name="Google Shape;139;gf3a8d4be09_2_180"/>
          <p:cNvSpPr txBox="1">
            <a:spLocks noGrp="1"/>
          </p:cNvSpPr>
          <p:nvPr>
            <p:ph type="title"/>
          </p:nvPr>
        </p:nvSpPr>
        <p:spPr>
          <a:xfrm>
            <a:off x="163275" y="0"/>
            <a:ext cx="105156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3000"/>
              <a:buFont typeface="Georgia"/>
              <a:buNone/>
            </a:pPr>
            <a:r>
              <a:rPr lang="en-US" sz="3200" b="1" dirty="0">
                <a:latin typeface="Times New Roman"/>
                <a:ea typeface="Times New Roman"/>
                <a:cs typeface="Times New Roman"/>
                <a:sym typeface="Times New Roman"/>
              </a:rPr>
              <a:t>Contents</a:t>
            </a:r>
            <a:endParaRPr sz="3200" b="1" dirty="0">
              <a:latin typeface="Times New Roman"/>
              <a:ea typeface="Times New Roman"/>
              <a:cs typeface="Times New Roman"/>
              <a:sym typeface="Times New Roman"/>
            </a:endParaRPr>
          </a:p>
        </p:txBody>
      </p:sp>
      <p:sp>
        <p:nvSpPr>
          <p:cNvPr id="140" name="Google Shape;140;gf3a8d4be09_2_180"/>
          <p:cNvSpPr txBox="1">
            <a:spLocks noGrp="1"/>
          </p:cNvSpPr>
          <p:nvPr>
            <p:ph type="sldNum" idx="12"/>
          </p:nvPr>
        </p:nvSpPr>
        <p:spPr>
          <a:prstGeom prst="rect">
            <a:avLst/>
          </a:prstGeom>
          <a:noFill/>
          <a:ln>
            <a:noFill/>
          </a:ln>
        </p:spPr>
        <p:txBody>
          <a:bodyPr spcFirstLastPara="1" wrap="square" lIns="91400" tIns="45675" rIns="91400" bIns="4567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pic>
        <p:nvPicPr>
          <p:cNvPr id="141" name="Google Shape;141;gf3a8d4be09_2_180"/>
          <p:cNvPicPr preferRelativeResize="0"/>
          <p:nvPr/>
        </p:nvPicPr>
        <p:blipFill rotWithShape="1">
          <a:blip r:embed="rId3">
            <a:alphaModFix/>
          </a:blip>
          <a:srcRect/>
          <a:stretch/>
        </p:blipFill>
        <p:spPr>
          <a:xfrm>
            <a:off x="9599989" y="6038978"/>
            <a:ext cx="2592012" cy="805375"/>
          </a:xfrm>
          <a:prstGeom prst="rect">
            <a:avLst/>
          </a:prstGeom>
          <a:noFill/>
          <a:ln>
            <a:noFill/>
          </a:ln>
        </p:spPr>
      </p:pic>
      <p:sp>
        <p:nvSpPr>
          <p:cNvPr id="142" name="Google Shape;142;gf3a8d4be09_2_180"/>
          <p:cNvSpPr txBox="1"/>
          <p:nvPr/>
        </p:nvSpPr>
        <p:spPr>
          <a:xfrm>
            <a:off x="605549" y="1228033"/>
            <a:ext cx="11034000" cy="3176224"/>
          </a:xfrm>
          <a:prstGeom prst="rect">
            <a:avLst/>
          </a:prstGeom>
          <a:noFill/>
          <a:ln>
            <a:noFill/>
          </a:ln>
        </p:spPr>
        <p:txBody>
          <a:bodyPr spcFirstLastPara="1" wrap="square" lIns="91425" tIns="91425" rIns="91425" bIns="91425" anchor="t" anchorCtr="0">
            <a:spAutoFit/>
          </a:bodyPr>
          <a:lstStyle/>
          <a:p>
            <a:pPr marL="457200" lvl="0" indent="-431800" algn="l" rtl="0">
              <a:lnSpc>
                <a:spcPct val="90000"/>
              </a:lnSpc>
              <a:spcBef>
                <a:spcPts val="0"/>
              </a:spcBef>
              <a:spcAft>
                <a:spcPts val="0"/>
              </a:spcAft>
              <a:buClr>
                <a:schemeClr val="dk1"/>
              </a:buClr>
              <a:buSzPts val="3200"/>
              <a:buFont typeface="Arial" panose="020B0604020202020204" pitchFamily="34" charset="0"/>
              <a:buChar char="•"/>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Business objective</a:t>
            </a:r>
            <a:endParaRPr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457200" lvl="0" indent="-431800" algn="l" rtl="0">
              <a:lnSpc>
                <a:spcPct val="90000"/>
              </a:lnSpc>
              <a:spcBef>
                <a:spcPts val="0"/>
              </a:spcBef>
              <a:spcAft>
                <a:spcPts val="0"/>
              </a:spcAft>
              <a:buClr>
                <a:schemeClr val="dk1"/>
              </a:buClr>
              <a:buSzPts val="3200"/>
              <a:buFont typeface="Arial" panose="020B0604020202020204" pitchFamily="34" charset="0"/>
              <a:buChar char="•"/>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Business Constraints</a:t>
            </a:r>
            <a:endParaRPr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457200" lvl="0" indent="-431800" algn="l" rtl="0">
              <a:lnSpc>
                <a:spcPct val="90000"/>
              </a:lnSpc>
              <a:spcBef>
                <a:spcPts val="0"/>
              </a:spcBef>
              <a:spcAft>
                <a:spcPts val="0"/>
              </a:spcAft>
              <a:buClr>
                <a:schemeClr val="dk1"/>
              </a:buClr>
              <a:buSzPts val="3200"/>
              <a:buFont typeface="Arial" panose="020B0604020202020204" pitchFamily="34" charset="0"/>
              <a:buChar char="•"/>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Project Architecture</a:t>
            </a:r>
            <a:endParaRPr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457200" lvl="0" indent="-431800" algn="l" rtl="0">
              <a:lnSpc>
                <a:spcPct val="90000"/>
              </a:lnSpc>
              <a:spcBef>
                <a:spcPts val="0"/>
              </a:spcBef>
              <a:spcAft>
                <a:spcPts val="0"/>
              </a:spcAft>
              <a:buClr>
                <a:schemeClr val="dk1"/>
              </a:buClr>
              <a:buSzPts val="3200"/>
              <a:buFont typeface="Arial" panose="020B0604020202020204" pitchFamily="34" charset="0"/>
              <a:buChar char="•"/>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Data collection and details</a:t>
            </a:r>
            <a:endParaRPr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457200" lvl="0" indent="-431800" algn="l" rtl="0">
              <a:lnSpc>
                <a:spcPct val="90000"/>
              </a:lnSpc>
              <a:spcBef>
                <a:spcPts val="0"/>
              </a:spcBef>
              <a:spcAft>
                <a:spcPts val="0"/>
              </a:spcAft>
              <a:buClr>
                <a:schemeClr val="dk1"/>
              </a:buClr>
              <a:buSzPts val="3200"/>
              <a:buFont typeface="Arial" panose="020B0604020202020204" pitchFamily="34" charset="0"/>
              <a:buChar char="•"/>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Exploratory Data Analysis</a:t>
            </a:r>
            <a:endParaRPr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457200" lvl="0" indent="-431800" algn="l" rtl="0">
              <a:lnSpc>
                <a:spcPct val="90000"/>
              </a:lnSpc>
              <a:spcBef>
                <a:spcPts val="0"/>
              </a:spcBef>
              <a:spcAft>
                <a:spcPts val="0"/>
              </a:spcAft>
              <a:buClr>
                <a:schemeClr val="dk1"/>
              </a:buClr>
              <a:buSzPts val="3200"/>
              <a:buFont typeface="Arial" panose="020B0604020202020204" pitchFamily="34" charset="0"/>
              <a:buChar char="•"/>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Visualization</a:t>
            </a:r>
            <a:endParaRPr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457200" lvl="0" indent="-431800" algn="l" rtl="0">
              <a:lnSpc>
                <a:spcPct val="90000"/>
              </a:lnSpc>
              <a:spcBef>
                <a:spcPts val="0"/>
              </a:spcBef>
              <a:spcAft>
                <a:spcPts val="0"/>
              </a:spcAft>
              <a:buClr>
                <a:schemeClr val="dk1"/>
              </a:buClr>
              <a:buSzPts val="3200"/>
              <a:buFont typeface="Arial" panose="020B0604020202020204" pitchFamily="34" charset="0"/>
              <a:buChar char="•"/>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Modeling </a:t>
            </a:r>
            <a:endParaRPr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457200" lvl="0" indent="-431800" algn="l" rtl="0">
              <a:lnSpc>
                <a:spcPct val="90000"/>
              </a:lnSpc>
              <a:spcBef>
                <a:spcPts val="0"/>
              </a:spcBef>
              <a:spcAft>
                <a:spcPts val="0"/>
              </a:spcAft>
              <a:buClr>
                <a:schemeClr val="dk1"/>
              </a:buClr>
              <a:buSzPts val="3200"/>
              <a:buFont typeface="Arial" panose="020B0604020202020204" pitchFamily="34" charset="0"/>
              <a:buChar char="•"/>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Evaluation</a:t>
            </a:r>
            <a:endParaRPr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457200" lvl="0" indent="-431800" algn="l" rtl="0">
              <a:lnSpc>
                <a:spcPct val="90000"/>
              </a:lnSpc>
              <a:spcBef>
                <a:spcPts val="0"/>
              </a:spcBef>
              <a:spcAft>
                <a:spcPts val="0"/>
              </a:spcAft>
              <a:buClr>
                <a:schemeClr val="dk1"/>
              </a:buClr>
              <a:buSzPts val="3200"/>
              <a:buFont typeface="Arial" panose="020B0604020202020204" pitchFamily="34" charset="0"/>
              <a:buChar char="•"/>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Deployment</a:t>
            </a:r>
            <a:endParaRPr sz="2400" dirty="0">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3" name="Rectangle 2">
            <a:extLst>
              <a:ext uri="{FF2B5EF4-FFF2-40B4-BE49-F238E27FC236}">
                <a16:creationId xmlns:a16="http://schemas.microsoft.com/office/drawing/2014/main" id="{F439082F-5A9A-A8FA-ACE4-3F6DAD62B5F6}"/>
              </a:ext>
            </a:extLst>
          </p:cNvPr>
          <p:cNvSpPr/>
          <p:nvPr/>
        </p:nvSpPr>
        <p:spPr>
          <a:xfrm>
            <a:off x="163275" y="1032387"/>
            <a:ext cx="11763254" cy="493579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6"/>
        <p:cNvGrpSpPr/>
        <p:nvPr/>
      </p:nvGrpSpPr>
      <p:grpSpPr>
        <a:xfrm>
          <a:off x="0" y="0"/>
          <a:ext cx="0" cy="0"/>
          <a:chOff x="0" y="0"/>
          <a:chExt cx="0" cy="0"/>
        </a:xfrm>
      </p:grpSpPr>
      <p:sp>
        <p:nvSpPr>
          <p:cNvPr id="147" name="Google Shape;147;gf3a8d4be09_2_92"/>
          <p:cNvSpPr txBox="1">
            <a:spLocks noGrp="1"/>
          </p:cNvSpPr>
          <p:nvPr>
            <p:ph type="title"/>
          </p:nvPr>
        </p:nvSpPr>
        <p:spPr>
          <a:xfrm>
            <a:off x="228600" y="191607"/>
            <a:ext cx="105156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3000"/>
              <a:buFont typeface="Georgia"/>
              <a:buNone/>
            </a:pPr>
            <a:r>
              <a:rPr lang="en-US" sz="3200" b="1" dirty="0">
                <a:latin typeface="Times New Roman"/>
                <a:ea typeface="Times New Roman"/>
                <a:cs typeface="Times New Roman"/>
                <a:sym typeface="Times New Roman"/>
              </a:rPr>
              <a:t>Project Overview and Scope</a:t>
            </a:r>
            <a:endParaRPr sz="3200" b="1" dirty="0">
              <a:latin typeface="Times New Roman"/>
              <a:ea typeface="Times New Roman"/>
              <a:cs typeface="Times New Roman"/>
              <a:sym typeface="Times New Roman"/>
            </a:endParaRPr>
          </a:p>
        </p:txBody>
      </p:sp>
      <p:sp>
        <p:nvSpPr>
          <p:cNvPr id="148" name="Google Shape;148;gf3a8d4be09_2_92"/>
          <p:cNvSpPr txBox="1">
            <a:spLocks noGrp="1"/>
          </p:cNvSpPr>
          <p:nvPr>
            <p:ph type="sldNum" idx="12"/>
          </p:nvPr>
        </p:nvSpPr>
        <p:spPr>
          <a:prstGeom prst="rect">
            <a:avLst/>
          </a:prstGeom>
          <a:noFill/>
          <a:ln>
            <a:noFill/>
          </a:ln>
        </p:spPr>
        <p:txBody>
          <a:bodyPr spcFirstLastPara="1" wrap="square" lIns="91400" tIns="45675" rIns="91400" bIns="4567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pic>
        <p:nvPicPr>
          <p:cNvPr id="149" name="Google Shape;149;gf3a8d4be09_2_92"/>
          <p:cNvPicPr preferRelativeResize="0"/>
          <p:nvPr/>
        </p:nvPicPr>
        <p:blipFill rotWithShape="1">
          <a:blip r:embed="rId3">
            <a:alphaModFix/>
          </a:blip>
          <a:srcRect/>
          <a:stretch/>
        </p:blipFill>
        <p:spPr>
          <a:xfrm>
            <a:off x="9580951" y="6040102"/>
            <a:ext cx="2592012" cy="805375"/>
          </a:xfrm>
          <a:prstGeom prst="rect">
            <a:avLst/>
          </a:prstGeom>
          <a:noFill/>
          <a:ln>
            <a:noFill/>
          </a:ln>
        </p:spPr>
      </p:pic>
      <p:sp>
        <p:nvSpPr>
          <p:cNvPr id="150" name="Google Shape;150;gf3a8d4be09_2_92"/>
          <p:cNvSpPr txBox="1"/>
          <p:nvPr/>
        </p:nvSpPr>
        <p:spPr>
          <a:xfrm>
            <a:off x="4099475" y="1187700"/>
            <a:ext cx="21648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400" b="1">
              <a:latin typeface="Calibri"/>
              <a:ea typeface="Calibri"/>
              <a:cs typeface="Calibri"/>
              <a:sym typeface="Calibri"/>
            </a:endParaRPr>
          </a:p>
        </p:txBody>
      </p:sp>
      <p:sp>
        <p:nvSpPr>
          <p:cNvPr id="151" name="Google Shape;151;gf3a8d4be09_2_92"/>
          <p:cNvSpPr txBox="1"/>
          <p:nvPr/>
        </p:nvSpPr>
        <p:spPr>
          <a:xfrm>
            <a:off x="6053425" y="2493975"/>
            <a:ext cx="34098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400" b="1">
              <a:latin typeface="Calibri"/>
              <a:ea typeface="Calibri"/>
              <a:cs typeface="Calibri"/>
              <a:sym typeface="Calibri"/>
            </a:endParaRPr>
          </a:p>
        </p:txBody>
      </p:sp>
      <p:sp>
        <p:nvSpPr>
          <p:cNvPr id="152" name="Google Shape;152;gf3a8d4be09_2_92"/>
          <p:cNvSpPr txBox="1"/>
          <p:nvPr/>
        </p:nvSpPr>
        <p:spPr>
          <a:xfrm>
            <a:off x="5938500" y="3792975"/>
            <a:ext cx="32757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3000" b="1">
              <a:latin typeface="Calibri"/>
              <a:ea typeface="Calibri"/>
              <a:cs typeface="Calibri"/>
              <a:sym typeface="Calibri"/>
            </a:endParaRPr>
          </a:p>
        </p:txBody>
      </p:sp>
      <p:sp>
        <p:nvSpPr>
          <p:cNvPr id="153" name="Google Shape;153;gf3a8d4be09_2_92"/>
          <p:cNvSpPr txBox="1"/>
          <p:nvPr/>
        </p:nvSpPr>
        <p:spPr>
          <a:xfrm>
            <a:off x="-1091900" y="2720225"/>
            <a:ext cx="38886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3000" b="1">
              <a:latin typeface="Calibri"/>
              <a:ea typeface="Calibri"/>
              <a:cs typeface="Calibri"/>
              <a:sym typeface="Calibri"/>
            </a:endParaRPr>
          </a:p>
        </p:txBody>
      </p:sp>
      <p:pic>
        <p:nvPicPr>
          <p:cNvPr id="5" name="Picture 4">
            <a:extLst>
              <a:ext uri="{FF2B5EF4-FFF2-40B4-BE49-F238E27FC236}">
                <a16:creationId xmlns:a16="http://schemas.microsoft.com/office/drawing/2014/main" id="{237CA42A-10C3-8C7E-799C-7C18BAC06691}"/>
              </a:ext>
            </a:extLst>
          </p:cNvPr>
          <p:cNvPicPr>
            <a:picLocks noChangeAspect="1"/>
          </p:cNvPicPr>
          <p:nvPr/>
        </p:nvPicPr>
        <p:blipFill>
          <a:blip r:embed="rId4"/>
          <a:srcRect/>
          <a:stretch/>
        </p:blipFill>
        <p:spPr>
          <a:xfrm>
            <a:off x="1729075" y="1723924"/>
            <a:ext cx="8648700" cy="371552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2"/>
          <p:cNvSpPr txBox="1">
            <a:spLocks noGrp="1"/>
          </p:cNvSpPr>
          <p:nvPr>
            <p:ph type="title"/>
          </p:nvPr>
        </p:nvSpPr>
        <p:spPr>
          <a:xfrm>
            <a:off x="838200" y="760163"/>
            <a:ext cx="10515600" cy="535487"/>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1800"/>
              <a:buNone/>
            </a:pPr>
            <a:r>
              <a:rPr lang="en-US" sz="3200" b="1" dirty="0">
                <a:latin typeface="Times New Roman"/>
                <a:ea typeface="Times New Roman"/>
                <a:cs typeface="Times New Roman"/>
                <a:sym typeface="Times New Roman"/>
              </a:rPr>
              <a:t>Business Problem</a:t>
            </a:r>
            <a:endParaRPr sz="3200" b="1" dirty="0">
              <a:latin typeface="Times New Roman"/>
              <a:ea typeface="Times New Roman"/>
              <a:cs typeface="Times New Roman"/>
              <a:sym typeface="Times New Roman"/>
            </a:endParaRPr>
          </a:p>
        </p:txBody>
      </p:sp>
      <p:sp>
        <p:nvSpPr>
          <p:cNvPr id="3" name="Text Placeholder 2">
            <a:extLst>
              <a:ext uri="{FF2B5EF4-FFF2-40B4-BE49-F238E27FC236}">
                <a16:creationId xmlns:a16="http://schemas.microsoft.com/office/drawing/2014/main" id="{CD017A16-4BF2-9E28-F1B6-185E8826E5C9}"/>
              </a:ext>
            </a:extLst>
          </p:cNvPr>
          <p:cNvSpPr>
            <a:spLocks noGrp="1"/>
          </p:cNvSpPr>
          <p:nvPr>
            <p:ph idx="1"/>
          </p:nvPr>
        </p:nvSpPr>
        <p:spPr/>
        <p:txBody>
          <a:bodyPr/>
          <a:lstStyle/>
          <a:p>
            <a:r>
              <a:rPr lang="en-US" dirty="0"/>
              <a:t>The challenge is to design a counting system for syringes and vials that streamlines operations and mitigates the risk of human error, ultimately optimizing productivity and accuracy in the process.</a:t>
            </a:r>
            <a:endParaRPr lang="en-IN" dirty="0"/>
          </a:p>
        </p:txBody>
      </p:sp>
      <p:pic>
        <p:nvPicPr>
          <p:cNvPr id="161" name="Google Shape;161;p12"/>
          <p:cNvPicPr preferRelativeResize="0"/>
          <p:nvPr/>
        </p:nvPicPr>
        <p:blipFill rotWithShape="1">
          <a:blip r:embed="rId3">
            <a:alphaModFix/>
          </a:blip>
          <a:srcRect/>
          <a:stretch/>
        </p:blipFill>
        <p:spPr>
          <a:xfrm>
            <a:off x="9580951" y="6053750"/>
            <a:ext cx="2592012" cy="805375"/>
          </a:xfrm>
          <a:prstGeom prst="rect">
            <a:avLst/>
          </a:prstGeom>
          <a:noFill/>
          <a:ln>
            <a:noFill/>
          </a:ln>
        </p:spPr>
      </p:pic>
      <p:sp>
        <p:nvSpPr>
          <p:cNvPr id="2" name="Rectangle 1">
            <a:extLst>
              <a:ext uri="{FF2B5EF4-FFF2-40B4-BE49-F238E27FC236}">
                <a16:creationId xmlns:a16="http://schemas.microsoft.com/office/drawing/2014/main" id="{580E1148-8CC3-B1FF-69A1-78D4017B0D8C}"/>
              </a:ext>
            </a:extLst>
          </p:cNvPr>
          <p:cNvSpPr/>
          <p:nvPr/>
        </p:nvSpPr>
        <p:spPr>
          <a:xfrm>
            <a:off x="285135" y="285135"/>
            <a:ext cx="11543071" cy="576861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7"/>
          <p:cNvSpPr txBox="1">
            <a:spLocks noGrp="1"/>
          </p:cNvSpPr>
          <p:nvPr>
            <p:ph type="title"/>
          </p:nvPr>
        </p:nvSpPr>
        <p:spPr>
          <a:xfrm>
            <a:off x="839788" y="760163"/>
            <a:ext cx="10515600" cy="535487"/>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1800"/>
              <a:buNone/>
            </a:pPr>
            <a:r>
              <a:rPr lang="en-US" sz="3200" b="1" dirty="0">
                <a:latin typeface="Times New Roman"/>
                <a:ea typeface="Times New Roman"/>
                <a:cs typeface="Times New Roman"/>
                <a:sym typeface="Times New Roman"/>
              </a:rPr>
              <a:t>Business Objective</a:t>
            </a:r>
            <a:endParaRPr sz="3200" b="1" dirty="0">
              <a:latin typeface="Times New Roman"/>
              <a:ea typeface="Times New Roman"/>
              <a:cs typeface="Times New Roman"/>
              <a:sym typeface="Times New Roman"/>
            </a:endParaRPr>
          </a:p>
        </p:txBody>
      </p:sp>
      <p:sp>
        <p:nvSpPr>
          <p:cNvPr id="167" name="Google Shape;167;p7"/>
          <p:cNvSpPr txBox="1">
            <a:spLocks noGrp="1"/>
          </p:cNvSpPr>
          <p:nvPr>
            <p:ph type="body" idx="1"/>
          </p:nvPr>
        </p:nvSpPr>
        <p:spPr>
          <a:xfrm>
            <a:off x="505492" y="2093119"/>
            <a:ext cx="5157787" cy="823912"/>
          </a:xfrm>
          <a:prstGeom prst="rect">
            <a:avLst/>
          </a:prstGeom>
          <a:noFill/>
          <a:ln>
            <a:noFill/>
          </a:ln>
        </p:spPr>
        <p:txBody>
          <a:bodyPr spcFirstLastPara="1" wrap="square" lIns="91400" tIns="45675" rIns="91400" bIns="45675" anchor="b" anchorCtr="0">
            <a:normAutofit/>
          </a:bodyPr>
          <a:lstStyle/>
          <a:p>
            <a:pPr marL="457095" lvl="0" indent="-228552" algn="l" rtl="0">
              <a:lnSpc>
                <a:spcPct val="90000"/>
              </a:lnSpc>
              <a:spcBef>
                <a:spcPts val="1000"/>
              </a:spcBef>
              <a:spcAft>
                <a:spcPts val="0"/>
              </a:spcAft>
              <a:buClr>
                <a:schemeClr val="dk1"/>
              </a:buClr>
              <a:buSzPts val="2400"/>
              <a:buNone/>
            </a:pPr>
            <a:r>
              <a:rPr lang="en-US" sz="2800" b="1" dirty="0">
                <a:latin typeface="Calibri" panose="020F0502020204030204" pitchFamily="34" charset="0"/>
                <a:ea typeface="Calibri" panose="020F0502020204030204" pitchFamily="34" charset="0"/>
                <a:cs typeface="Calibri" panose="020F0502020204030204" pitchFamily="34" charset="0"/>
                <a:sym typeface="Times New Roman"/>
              </a:rPr>
              <a:t>Objective</a:t>
            </a:r>
            <a:endParaRPr sz="2800" dirty="0">
              <a:latin typeface="Calibri" panose="020F0502020204030204" pitchFamily="34" charset="0"/>
              <a:ea typeface="Calibri" panose="020F0502020204030204" pitchFamily="34" charset="0"/>
              <a:cs typeface="Calibri" panose="020F0502020204030204" pitchFamily="34" charset="0"/>
            </a:endParaRPr>
          </a:p>
        </p:txBody>
      </p:sp>
      <p:sp>
        <p:nvSpPr>
          <p:cNvPr id="169" name="Google Shape;169;p7"/>
          <p:cNvSpPr txBox="1">
            <a:spLocks noGrp="1"/>
          </p:cNvSpPr>
          <p:nvPr>
            <p:ph sz="half" idx="2"/>
          </p:nvPr>
        </p:nvSpPr>
        <p:spPr>
          <a:xfrm>
            <a:off x="5997650" y="2093119"/>
            <a:ext cx="5183188" cy="823912"/>
          </a:xfrm>
          <a:prstGeom prst="rect">
            <a:avLst/>
          </a:prstGeom>
          <a:noFill/>
          <a:ln>
            <a:noFill/>
          </a:ln>
        </p:spPr>
        <p:txBody>
          <a:bodyPr spcFirstLastPara="1" wrap="square" lIns="91400" tIns="45675" rIns="91400" bIns="45675" anchor="b" anchorCtr="0">
            <a:normAutofit/>
          </a:bodyPr>
          <a:lstStyle/>
          <a:p>
            <a:pPr marL="457095" lvl="0" indent="-228552" algn="l" rtl="0">
              <a:lnSpc>
                <a:spcPct val="90000"/>
              </a:lnSpc>
              <a:spcBef>
                <a:spcPts val="1000"/>
              </a:spcBef>
              <a:spcAft>
                <a:spcPts val="0"/>
              </a:spcAft>
              <a:buClr>
                <a:schemeClr val="dk1"/>
              </a:buClr>
              <a:buSzPts val="2400"/>
              <a:buNone/>
            </a:pPr>
            <a:r>
              <a:rPr lang="en-US" sz="3100" b="1" dirty="0">
                <a:latin typeface="Calibri" panose="020F0502020204030204" pitchFamily="34" charset="0"/>
                <a:ea typeface="Calibri" panose="020F0502020204030204" pitchFamily="34" charset="0"/>
                <a:cs typeface="Calibri" panose="020F0502020204030204" pitchFamily="34" charset="0"/>
              </a:rPr>
              <a:t>Constraints</a:t>
            </a:r>
            <a:endParaRPr sz="3100" b="1" dirty="0">
              <a:latin typeface="Calibri" panose="020F0502020204030204" pitchFamily="34" charset="0"/>
              <a:ea typeface="Calibri" panose="020F0502020204030204" pitchFamily="34" charset="0"/>
              <a:cs typeface="Calibri" panose="020F0502020204030204" pitchFamily="34" charset="0"/>
            </a:endParaRPr>
          </a:p>
        </p:txBody>
      </p:sp>
      <p:sp>
        <p:nvSpPr>
          <p:cNvPr id="168" name="Google Shape;168;p7"/>
          <p:cNvSpPr txBox="1">
            <a:spLocks noGrp="1"/>
          </p:cNvSpPr>
          <p:nvPr>
            <p:ph type="body" sz="quarter" idx="3"/>
          </p:nvPr>
        </p:nvSpPr>
        <p:spPr>
          <a:xfrm>
            <a:off x="839750" y="3007550"/>
            <a:ext cx="5157900" cy="1015200"/>
          </a:xfrm>
          <a:prstGeom prst="rect">
            <a:avLst/>
          </a:prstGeom>
          <a:noFill/>
          <a:ln>
            <a:noFill/>
          </a:ln>
        </p:spPr>
        <p:txBody>
          <a:bodyPr spcFirstLastPara="1" wrap="square" lIns="91400" tIns="45675" rIns="91400" bIns="45675" anchor="t" anchorCtr="0">
            <a:normAutofit/>
          </a:bodyPr>
          <a:lstStyle/>
          <a:p>
            <a:pPr marL="0" lvl="0" indent="0" algn="l" rtl="0">
              <a:lnSpc>
                <a:spcPct val="90000"/>
              </a:lnSpc>
              <a:spcBef>
                <a:spcPts val="1000"/>
              </a:spcBef>
              <a:spcAft>
                <a:spcPts val="0"/>
              </a:spcAft>
              <a:buNone/>
            </a:pPr>
            <a:r>
              <a:rPr lang="en-US" sz="1800" b="0" dirty="0">
                <a:solidFill>
                  <a:srgbClr val="353744"/>
                </a:solidFill>
                <a:latin typeface="Proxima Nova"/>
                <a:ea typeface="Proxima Nova"/>
                <a:cs typeface="Proxima Nova"/>
                <a:sym typeface="Proxima Nova"/>
              </a:rPr>
              <a:t>Maximize efficiency and Minimize manual errors in inventory management</a:t>
            </a:r>
            <a:endParaRPr sz="1800" b="0" dirty="0">
              <a:solidFill>
                <a:srgbClr val="353744"/>
              </a:solidFill>
              <a:latin typeface="Proxima Nova"/>
              <a:ea typeface="Proxima Nova"/>
              <a:cs typeface="Proxima Nova"/>
              <a:sym typeface="Proxima Nova"/>
            </a:endParaRPr>
          </a:p>
        </p:txBody>
      </p:sp>
      <p:sp>
        <p:nvSpPr>
          <p:cNvPr id="3" name="Text Placeholder 2">
            <a:extLst>
              <a:ext uri="{FF2B5EF4-FFF2-40B4-BE49-F238E27FC236}">
                <a16:creationId xmlns:a16="http://schemas.microsoft.com/office/drawing/2014/main" id="{B0BA444F-23E2-29BC-576A-BCF5F774ABEB}"/>
              </a:ext>
            </a:extLst>
          </p:cNvPr>
          <p:cNvSpPr>
            <a:spLocks noGrp="1"/>
          </p:cNvSpPr>
          <p:nvPr>
            <p:ph sz="quarter" idx="4"/>
          </p:nvPr>
        </p:nvSpPr>
        <p:spPr>
          <a:xfrm>
            <a:off x="5997650" y="3130933"/>
            <a:ext cx="5183188" cy="3684588"/>
          </a:xfrm>
        </p:spPr>
        <p:txBody>
          <a:bodyPr/>
          <a:lstStyle/>
          <a:p>
            <a:pPr marL="114300" indent="0">
              <a:buNone/>
            </a:pPr>
            <a:r>
              <a:rPr lang="en-IN" sz="1600" dirty="0"/>
              <a:t>      </a:t>
            </a:r>
            <a:r>
              <a:rPr lang="en-US" sz="1800" dirty="0"/>
              <a:t>Minimize the cost of solution.</a:t>
            </a:r>
            <a:endParaRPr lang="en-IN" sz="1800" dirty="0"/>
          </a:p>
        </p:txBody>
      </p:sp>
      <p:pic>
        <p:nvPicPr>
          <p:cNvPr id="171" name="Google Shape;171;p7"/>
          <p:cNvPicPr preferRelativeResize="0"/>
          <p:nvPr/>
        </p:nvPicPr>
        <p:blipFill rotWithShape="1">
          <a:blip r:embed="rId3">
            <a:alphaModFix/>
          </a:blip>
          <a:srcRect/>
          <a:stretch/>
        </p:blipFill>
        <p:spPr>
          <a:xfrm>
            <a:off x="9580951" y="6053750"/>
            <a:ext cx="2592012" cy="805375"/>
          </a:xfrm>
          <a:prstGeom prst="rect">
            <a:avLst/>
          </a:prstGeom>
          <a:noFill/>
          <a:ln>
            <a:noFill/>
          </a:ln>
        </p:spPr>
      </p:pic>
      <p:sp>
        <p:nvSpPr>
          <p:cNvPr id="2" name="Rectangle 1">
            <a:extLst>
              <a:ext uri="{FF2B5EF4-FFF2-40B4-BE49-F238E27FC236}">
                <a16:creationId xmlns:a16="http://schemas.microsoft.com/office/drawing/2014/main" id="{09A85865-213B-FF08-17C5-C76D552304E6}"/>
              </a:ext>
            </a:extLst>
          </p:cNvPr>
          <p:cNvSpPr/>
          <p:nvPr/>
        </p:nvSpPr>
        <p:spPr>
          <a:xfrm>
            <a:off x="265471" y="304800"/>
            <a:ext cx="11533239" cy="57489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5"/>
        <p:cNvGrpSpPr/>
        <p:nvPr/>
      </p:nvGrpSpPr>
      <p:grpSpPr>
        <a:xfrm>
          <a:off x="0" y="0"/>
          <a:ext cx="0" cy="0"/>
          <a:chOff x="0" y="0"/>
          <a:chExt cx="0" cy="0"/>
        </a:xfrm>
      </p:grpSpPr>
      <p:sp>
        <p:nvSpPr>
          <p:cNvPr id="176" name="Google Shape;176;p14"/>
          <p:cNvSpPr txBox="1">
            <a:spLocks noGrp="1"/>
          </p:cNvSpPr>
          <p:nvPr>
            <p:ph type="title"/>
          </p:nvPr>
        </p:nvSpPr>
        <p:spPr>
          <a:xfrm>
            <a:off x="332644" y="190067"/>
            <a:ext cx="10460100" cy="574302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SzPts val="1200"/>
              <a:buNone/>
            </a:pPr>
            <a:r>
              <a:rPr lang="en-US" sz="2400" b="1" dirty="0">
                <a:latin typeface="Times New Roman"/>
                <a:ea typeface="Times New Roman"/>
                <a:cs typeface="Times New Roman"/>
                <a:sym typeface="Times New Roman"/>
              </a:rPr>
              <a:t>CRISP-ML(Q) Methodology</a:t>
            </a:r>
            <a:br>
              <a:rPr lang="en-US" sz="2400" b="1" dirty="0">
                <a:latin typeface="Times New Roman"/>
                <a:ea typeface="Times New Roman"/>
                <a:cs typeface="Times New Roman"/>
                <a:sym typeface="Times New Roman"/>
              </a:rPr>
            </a:br>
            <a:br>
              <a:rPr lang="en-US" sz="2400" b="1" dirty="0">
                <a:latin typeface="Times New Roman"/>
                <a:ea typeface="Times New Roman"/>
                <a:cs typeface="Times New Roman"/>
                <a:sym typeface="Times New Roman"/>
              </a:rPr>
            </a:br>
            <a:br>
              <a:rPr lang="en-US" sz="2400" b="1" dirty="0">
                <a:latin typeface="Times New Roman"/>
                <a:ea typeface="Times New Roman"/>
                <a:cs typeface="Times New Roman"/>
                <a:sym typeface="Times New Roman"/>
              </a:rPr>
            </a:br>
            <a:br>
              <a:rPr lang="en-US" sz="2400" b="1" dirty="0">
                <a:latin typeface="Times New Roman"/>
                <a:ea typeface="Times New Roman"/>
                <a:cs typeface="Times New Roman"/>
                <a:sym typeface="Times New Roman"/>
              </a:rPr>
            </a:br>
            <a:r>
              <a:rPr lang="en-US" sz="2400" b="1" dirty="0">
                <a:latin typeface="Times New Roman"/>
                <a:ea typeface="Times New Roman"/>
                <a:cs typeface="Times New Roman"/>
                <a:sym typeface="Times New Roman"/>
              </a:rPr>
              <a:t>There are six stages of CRISP-ML(Q) Methodology</a:t>
            </a:r>
            <a:endParaRPr sz="2400" b="1" dirty="0">
              <a:latin typeface="Times New Roman"/>
              <a:ea typeface="Times New Roman"/>
              <a:cs typeface="Times New Roman"/>
              <a:sym typeface="Times New Roman"/>
            </a:endParaRPr>
          </a:p>
          <a:p>
            <a:pPr marL="0" lvl="0" indent="0" algn="l" rtl="0">
              <a:lnSpc>
                <a:spcPct val="90000"/>
              </a:lnSpc>
              <a:spcBef>
                <a:spcPts val="0"/>
              </a:spcBef>
              <a:spcAft>
                <a:spcPts val="0"/>
              </a:spcAft>
              <a:buSzPts val="1200"/>
              <a:buNone/>
            </a:pPr>
            <a:endParaRPr sz="2400" b="1" dirty="0">
              <a:latin typeface="Times New Roman"/>
              <a:ea typeface="Times New Roman"/>
              <a:cs typeface="Times New Roman"/>
              <a:sym typeface="Times New Roman"/>
            </a:endParaRPr>
          </a:p>
          <a:p>
            <a:pPr marL="0" lvl="0" indent="0" algn="l" rtl="0">
              <a:lnSpc>
                <a:spcPct val="90000"/>
              </a:lnSpc>
              <a:spcBef>
                <a:spcPts val="0"/>
              </a:spcBef>
              <a:spcAft>
                <a:spcPts val="0"/>
              </a:spcAft>
              <a:buSzPts val="1200"/>
              <a:buNone/>
            </a:pPr>
            <a:r>
              <a:rPr lang="en-US" sz="2400" b="1" dirty="0">
                <a:latin typeface="Times New Roman"/>
                <a:ea typeface="Times New Roman"/>
                <a:cs typeface="Times New Roman"/>
                <a:sym typeface="Times New Roman"/>
              </a:rPr>
              <a:t>1.Business and data understanding</a:t>
            </a:r>
            <a:endParaRPr sz="2400" b="1" dirty="0">
              <a:latin typeface="Times New Roman"/>
              <a:ea typeface="Times New Roman"/>
              <a:cs typeface="Times New Roman"/>
              <a:sym typeface="Times New Roman"/>
            </a:endParaRPr>
          </a:p>
          <a:p>
            <a:pPr marL="0" lvl="0" indent="0" algn="l" rtl="0">
              <a:lnSpc>
                <a:spcPct val="90000"/>
              </a:lnSpc>
              <a:spcBef>
                <a:spcPts val="0"/>
              </a:spcBef>
              <a:spcAft>
                <a:spcPts val="0"/>
              </a:spcAft>
              <a:buSzPts val="1200"/>
              <a:buNone/>
            </a:pPr>
            <a:endParaRPr sz="2400" b="1" dirty="0">
              <a:latin typeface="Times New Roman"/>
              <a:ea typeface="Times New Roman"/>
              <a:cs typeface="Times New Roman"/>
              <a:sym typeface="Times New Roman"/>
            </a:endParaRPr>
          </a:p>
          <a:p>
            <a:pPr marL="0" lvl="0" indent="0" algn="l" rtl="0">
              <a:lnSpc>
                <a:spcPct val="90000"/>
              </a:lnSpc>
              <a:spcBef>
                <a:spcPts val="0"/>
              </a:spcBef>
              <a:spcAft>
                <a:spcPts val="0"/>
              </a:spcAft>
              <a:buSzPts val="1200"/>
              <a:buNone/>
            </a:pPr>
            <a:r>
              <a:rPr lang="en-US" sz="2400" b="1" dirty="0">
                <a:latin typeface="Times New Roman"/>
                <a:ea typeface="Times New Roman"/>
                <a:cs typeface="Times New Roman"/>
                <a:sym typeface="Times New Roman"/>
              </a:rPr>
              <a:t>2.Data preparation</a:t>
            </a:r>
            <a:endParaRPr sz="2400" b="1" dirty="0">
              <a:latin typeface="Times New Roman"/>
              <a:ea typeface="Times New Roman"/>
              <a:cs typeface="Times New Roman"/>
              <a:sym typeface="Times New Roman"/>
            </a:endParaRPr>
          </a:p>
          <a:p>
            <a:pPr marL="0" lvl="0" indent="0" algn="l" rtl="0">
              <a:lnSpc>
                <a:spcPct val="90000"/>
              </a:lnSpc>
              <a:spcBef>
                <a:spcPts val="0"/>
              </a:spcBef>
              <a:spcAft>
                <a:spcPts val="0"/>
              </a:spcAft>
              <a:buSzPts val="1200"/>
              <a:buNone/>
            </a:pPr>
            <a:endParaRPr sz="2400" b="1" dirty="0">
              <a:latin typeface="Times New Roman"/>
              <a:ea typeface="Times New Roman"/>
              <a:cs typeface="Times New Roman"/>
              <a:sym typeface="Times New Roman"/>
            </a:endParaRPr>
          </a:p>
          <a:p>
            <a:pPr marL="0" lvl="0" indent="0" algn="l" rtl="0">
              <a:lnSpc>
                <a:spcPct val="90000"/>
              </a:lnSpc>
              <a:spcBef>
                <a:spcPts val="0"/>
              </a:spcBef>
              <a:spcAft>
                <a:spcPts val="0"/>
              </a:spcAft>
              <a:buSzPts val="1200"/>
              <a:buNone/>
            </a:pPr>
            <a:r>
              <a:rPr lang="en-US" sz="2400" b="1" dirty="0">
                <a:latin typeface="Times New Roman"/>
                <a:ea typeface="Times New Roman"/>
                <a:cs typeface="Times New Roman"/>
                <a:sym typeface="Times New Roman"/>
              </a:rPr>
              <a:t>3.model building </a:t>
            </a:r>
            <a:endParaRPr sz="2400" b="1" dirty="0">
              <a:latin typeface="Times New Roman"/>
              <a:ea typeface="Times New Roman"/>
              <a:cs typeface="Times New Roman"/>
              <a:sym typeface="Times New Roman"/>
            </a:endParaRPr>
          </a:p>
          <a:p>
            <a:pPr marL="0" lvl="0" indent="0" algn="l" rtl="0">
              <a:lnSpc>
                <a:spcPct val="90000"/>
              </a:lnSpc>
              <a:spcBef>
                <a:spcPts val="0"/>
              </a:spcBef>
              <a:spcAft>
                <a:spcPts val="0"/>
              </a:spcAft>
              <a:buSzPts val="1200"/>
              <a:buNone/>
            </a:pPr>
            <a:endParaRPr sz="2400" b="1" dirty="0">
              <a:latin typeface="Times New Roman"/>
              <a:ea typeface="Times New Roman"/>
              <a:cs typeface="Times New Roman"/>
              <a:sym typeface="Times New Roman"/>
            </a:endParaRPr>
          </a:p>
          <a:p>
            <a:pPr marL="0" lvl="0" indent="0" algn="l" rtl="0">
              <a:lnSpc>
                <a:spcPct val="90000"/>
              </a:lnSpc>
              <a:spcBef>
                <a:spcPts val="0"/>
              </a:spcBef>
              <a:spcAft>
                <a:spcPts val="0"/>
              </a:spcAft>
              <a:buSzPts val="1200"/>
              <a:buNone/>
            </a:pPr>
            <a:r>
              <a:rPr lang="en-US" sz="2400" b="1" dirty="0">
                <a:latin typeface="Times New Roman"/>
                <a:ea typeface="Times New Roman"/>
                <a:cs typeface="Times New Roman"/>
                <a:sym typeface="Times New Roman"/>
              </a:rPr>
              <a:t>4.Model evaluation</a:t>
            </a:r>
            <a:endParaRPr sz="2400" b="1" dirty="0">
              <a:latin typeface="Times New Roman"/>
              <a:ea typeface="Times New Roman"/>
              <a:cs typeface="Times New Roman"/>
              <a:sym typeface="Times New Roman"/>
            </a:endParaRPr>
          </a:p>
          <a:p>
            <a:pPr marL="0" lvl="0" indent="0" algn="l" rtl="0">
              <a:lnSpc>
                <a:spcPct val="90000"/>
              </a:lnSpc>
              <a:spcBef>
                <a:spcPts val="0"/>
              </a:spcBef>
              <a:spcAft>
                <a:spcPts val="0"/>
              </a:spcAft>
              <a:buSzPts val="1200"/>
              <a:buNone/>
            </a:pPr>
            <a:endParaRPr sz="2400" b="1" dirty="0">
              <a:latin typeface="Times New Roman"/>
              <a:ea typeface="Times New Roman"/>
              <a:cs typeface="Times New Roman"/>
              <a:sym typeface="Times New Roman"/>
            </a:endParaRPr>
          </a:p>
          <a:p>
            <a:pPr marL="0" lvl="0" indent="0" algn="l" rtl="0">
              <a:lnSpc>
                <a:spcPct val="90000"/>
              </a:lnSpc>
              <a:spcBef>
                <a:spcPts val="0"/>
              </a:spcBef>
              <a:spcAft>
                <a:spcPts val="0"/>
              </a:spcAft>
              <a:buSzPts val="1200"/>
              <a:buNone/>
            </a:pPr>
            <a:r>
              <a:rPr lang="en-US" sz="2400" b="1" dirty="0">
                <a:latin typeface="Times New Roman"/>
                <a:ea typeface="Times New Roman"/>
                <a:cs typeface="Times New Roman"/>
                <a:sym typeface="Times New Roman"/>
              </a:rPr>
              <a:t>5.Model deployment</a:t>
            </a:r>
            <a:endParaRPr sz="2400" b="1" dirty="0">
              <a:latin typeface="Times New Roman"/>
              <a:ea typeface="Times New Roman"/>
              <a:cs typeface="Times New Roman"/>
              <a:sym typeface="Times New Roman"/>
            </a:endParaRPr>
          </a:p>
          <a:p>
            <a:pPr marL="0" lvl="0" indent="0" algn="l" rtl="0">
              <a:lnSpc>
                <a:spcPct val="90000"/>
              </a:lnSpc>
              <a:spcBef>
                <a:spcPts val="0"/>
              </a:spcBef>
              <a:spcAft>
                <a:spcPts val="0"/>
              </a:spcAft>
              <a:buSzPts val="1200"/>
              <a:buNone/>
            </a:pPr>
            <a:endParaRPr sz="2400" b="1" dirty="0">
              <a:latin typeface="Times New Roman"/>
              <a:ea typeface="Times New Roman"/>
              <a:cs typeface="Times New Roman"/>
              <a:sym typeface="Times New Roman"/>
            </a:endParaRPr>
          </a:p>
          <a:p>
            <a:pPr marL="0" lvl="0" indent="0" algn="l" rtl="0">
              <a:lnSpc>
                <a:spcPct val="90000"/>
              </a:lnSpc>
              <a:spcBef>
                <a:spcPts val="0"/>
              </a:spcBef>
              <a:spcAft>
                <a:spcPts val="0"/>
              </a:spcAft>
              <a:buSzPts val="1200"/>
              <a:buNone/>
            </a:pPr>
            <a:r>
              <a:rPr lang="en-US" sz="2400" b="1" dirty="0">
                <a:latin typeface="Times New Roman"/>
                <a:ea typeface="Times New Roman"/>
                <a:cs typeface="Times New Roman"/>
                <a:sym typeface="Times New Roman"/>
              </a:rPr>
              <a:t>6.Monitoring and maintenance</a:t>
            </a:r>
            <a:endParaRPr sz="2400" b="1" dirty="0">
              <a:latin typeface="Times New Roman"/>
              <a:ea typeface="Times New Roman"/>
              <a:cs typeface="Times New Roman"/>
              <a:sym typeface="Times New Roman"/>
            </a:endParaRPr>
          </a:p>
        </p:txBody>
      </p:sp>
      <p:pic>
        <p:nvPicPr>
          <p:cNvPr id="177" name="Google Shape;177;p14"/>
          <p:cNvPicPr preferRelativeResize="0"/>
          <p:nvPr/>
        </p:nvPicPr>
        <p:blipFill rotWithShape="1">
          <a:blip r:embed="rId3">
            <a:alphaModFix/>
          </a:blip>
          <a:srcRect/>
          <a:stretch/>
        </p:blipFill>
        <p:spPr>
          <a:xfrm>
            <a:off x="9580951" y="6040102"/>
            <a:ext cx="2592012" cy="805375"/>
          </a:xfrm>
          <a:prstGeom prst="rect">
            <a:avLst/>
          </a:prstGeom>
          <a:noFill/>
          <a:ln>
            <a:noFill/>
          </a:ln>
        </p:spPr>
      </p:pic>
      <p:sp>
        <p:nvSpPr>
          <p:cNvPr id="2" name="Rectangle 1">
            <a:extLst>
              <a:ext uri="{FF2B5EF4-FFF2-40B4-BE49-F238E27FC236}">
                <a16:creationId xmlns:a16="http://schemas.microsoft.com/office/drawing/2014/main" id="{BA7CB583-E400-E166-B334-2FDCFE2ACD68}"/>
              </a:ext>
            </a:extLst>
          </p:cNvPr>
          <p:cNvSpPr/>
          <p:nvPr/>
        </p:nvSpPr>
        <p:spPr>
          <a:xfrm>
            <a:off x="249896" y="1091381"/>
            <a:ext cx="11692208" cy="48417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119c79fd7f2_1_58"/>
          <p:cNvSpPr txBox="1">
            <a:spLocks noGrp="1"/>
          </p:cNvSpPr>
          <p:nvPr>
            <p:ph type="title"/>
          </p:nvPr>
        </p:nvSpPr>
        <p:spPr>
          <a:xfrm>
            <a:off x="155575" y="182315"/>
            <a:ext cx="110493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3000"/>
              <a:buFont typeface="Georgia"/>
              <a:buNone/>
            </a:pPr>
            <a:r>
              <a:rPr lang="en-US" sz="3200" b="1">
                <a:latin typeface="Times New Roman"/>
                <a:ea typeface="Times New Roman"/>
                <a:cs typeface="Times New Roman"/>
                <a:sym typeface="Times New Roman"/>
              </a:rPr>
              <a:t>Technical Stacks</a:t>
            </a:r>
            <a:endParaRPr sz="3200" b="1">
              <a:latin typeface="Times New Roman"/>
              <a:ea typeface="Times New Roman"/>
              <a:cs typeface="Times New Roman"/>
              <a:sym typeface="Times New Roman"/>
            </a:endParaRPr>
          </a:p>
        </p:txBody>
      </p:sp>
      <p:sp>
        <p:nvSpPr>
          <p:cNvPr id="183" name="Google Shape;183;g119c79fd7f2_1_58" descr="GitHub - serengil/deepface: A Lightweight Face Recognition and Facial  Attribute Analysis (Age, Gender, Emotion and Race) Library for Python"/>
          <p:cNvSpPr/>
          <p:nvPr/>
        </p:nvSpPr>
        <p:spPr>
          <a:xfrm>
            <a:off x="155575" y="-144463"/>
            <a:ext cx="304800" cy="304800"/>
          </a:xfrm>
          <a:prstGeom prst="rect">
            <a:avLst/>
          </a:prstGeom>
          <a:no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None/>
            </a:pPr>
            <a:endParaRPr sz="1500" b="0" i="0" u="none" strike="noStrike" cap="none">
              <a:solidFill>
                <a:srgbClr val="000000"/>
              </a:solidFill>
              <a:latin typeface="Arial"/>
              <a:ea typeface="Arial"/>
              <a:cs typeface="Arial"/>
              <a:sym typeface="Arial"/>
            </a:endParaRPr>
          </a:p>
        </p:txBody>
      </p:sp>
      <p:sp>
        <p:nvSpPr>
          <p:cNvPr id="184" name="Google Shape;184;g119c79fd7f2_1_58" descr="GitHub - serengil/deepface: A Lightweight Face Recognition and Facial  Attribute Analysis (Age, Gender, Emotion and Race) Library for Python"/>
          <p:cNvSpPr/>
          <p:nvPr/>
        </p:nvSpPr>
        <p:spPr>
          <a:xfrm>
            <a:off x="307975" y="7937"/>
            <a:ext cx="304800" cy="304800"/>
          </a:xfrm>
          <a:prstGeom prst="rect">
            <a:avLst/>
          </a:prstGeom>
          <a:no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None/>
            </a:pPr>
            <a:endParaRPr sz="1500" b="0" i="0" u="none" strike="noStrike" cap="none">
              <a:solidFill>
                <a:srgbClr val="000000"/>
              </a:solidFill>
              <a:latin typeface="Arial"/>
              <a:ea typeface="Arial"/>
              <a:cs typeface="Arial"/>
              <a:sym typeface="Arial"/>
            </a:endParaRPr>
          </a:p>
        </p:txBody>
      </p:sp>
      <p:pic>
        <p:nvPicPr>
          <p:cNvPr id="185" name="Google Shape;185;g119c79fd7f2_1_58"/>
          <p:cNvPicPr preferRelativeResize="0"/>
          <p:nvPr/>
        </p:nvPicPr>
        <p:blipFill rotWithShape="1">
          <a:blip r:embed="rId3">
            <a:alphaModFix/>
          </a:blip>
          <a:srcRect/>
          <a:stretch/>
        </p:blipFill>
        <p:spPr>
          <a:xfrm>
            <a:off x="9580951" y="6040102"/>
            <a:ext cx="2592012" cy="805375"/>
          </a:xfrm>
          <a:prstGeom prst="rect">
            <a:avLst/>
          </a:prstGeom>
          <a:noFill/>
          <a:ln>
            <a:noFill/>
          </a:ln>
        </p:spPr>
      </p:pic>
      <p:sp>
        <p:nvSpPr>
          <p:cNvPr id="4" name="TextBox 3">
            <a:extLst>
              <a:ext uri="{FF2B5EF4-FFF2-40B4-BE49-F238E27FC236}">
                <a16:creationId xmlns:a16="http://schemas.microsoft.com/office/drawing/2014/main" id="{93875537-78D9-5A4C-81C4-A852F4C1B800}"/>
              </a:ext>
            </a:extLst>
          </p:cNvPr>
          <p:cNvSpPr txBox="1"/>
          <p:nvPr/>
        </p:nvSpPr>
        <p:spPr>
          <a:xfrm>
            <a:off x="460375" y="1173387"/>
            <a:ext cx="10905457" cy="4739759"/>
          </a:xfrm>
          <a:prstGeom prst="rect">
            <a:avLst/>
          </a:prstGeom>
          <a:noFill/>
        </p:spPr>
        <p:txBody>
          <a:bodyPr wrap="square">
            <a:spAutoFit/>
          </a:bodyPr>
          <a:lstStyle/>
          <a:p>
            <a:r>
              <a:rPr lang="en-US" sz="1800" b="1" dirty="0"/>
              <a:t>Software Requirements:</a:t>
            </a:r>
          </a:p>
          <a:p>
            <a:r>
              <a:rPr lang="en-US" sz="1800" b="1" dirty="0"/>
              <a:t>Operating System</a:t>
            </a:r>
            <a:r>
              <a:rPr lang="en-US" sz="1800" dirty="0"/>
              <a:t>:</a:t>
            </a:r>
          </a:p>
          <a:p>
            <a:r>
              <a:rPr lang="en-US" sz="1800" dirty="0"/>
              <a:t> Windows 11 (64-bit)</a:t>
            </a:r>
          </a:p>
          <a:p>
            <a:r>
              <a:rPr lang="en-US" sz="1800" b="1" dirty="0"/>
              <a:t>Python</a:t>
            </a:r>
            <a:r>
              <a:rPr lang="en-US" sz="1800" dirty="0"/>
              <a:t>:</a:t>
            </a:r>
          </a:p>
          <a:p>
            <a:r>
              <a:rPr lang="en-US" sz="1800" dirty="0"/>
              <a:t>Version 3.x</a:t>
            </a:r>
          </a:p>
          <a:p>
            <a:endParaRPr lang="en-US" sz="1800" dirty="0"/>
          </a:p>
          <a:p>
            <a:r>
              <a:rPr lang="en-US" sz="1800" b="1" dirty="0"/>
              <a:t>Python Libraries:</a:t>
            </a:r>
          </a:p>
          <a:p>
            <a:pPr lvl="2"/>
            <a:r>
              <a:rPr lang="en-US" sz="1800" dirty="0"/>
              <a:t>           </a:t>
            </a:r>
            <a:r>
              <a:rPr lang="en-US" sz="1800" dirty="0" err="1"/>
              <a:t>Streamlit</a:t>
            </a:r>
            <a:endParaRPr lang="en-US" sz="1800" dirty="0"/>
          </a:p>
          <a:p>
            <a:pPr lvl="2"/>
            <a:r>
              <a:rPr lang="en-US" sz="1800" dirty="0"/>
              <a:t>           </a:t>
            </a:r>
            <a:r>
              <a:rPr lang="en-US" sz="1800" dirty="0" err="1"/>
              <a:t>ultralytics</a:t>
            </a:r>
            <a:endParaRPr lang="en-US" sz="1800" dirty="0"/>
          </a:p>
          <a:p>
            <a:pPr lvl="2"/>
            <a:r>
              <a:rPr lang="en-US" sz="1800" dirty="0"/>
              <a:t>           </a:t>
            </a:r>
            <a:r>
              <a:rPr lang="en-US" sz="1800" dirty="0" err="1"/>
              <a:t>torchvision</a:t>
            </a:r>
            <a:endParaRPr lang="en-US" sz="1800" dirty="0"/>
          </a:p>
          <a:p>
            <a:pPr lvl="2"/>
            <a:r>
              <a:rPr lang="en-US" sz="1800" dirty="0"/>
              <a:t>           </a:t>
            </a:r>
          </a:p>
          <a:p>
            <a:pPr lvl="2"/>
            <a:r>
              <a:rPr lang="en-US" sz="1800" b="1" dirty="0"/>
              <a:t>Deep learning techniques:</a:t>
            </a:r>
          </a:p>
          <a:p>
            <a:pPr lvl="2"/>
            <a:r>
              <a:rPr lang="en-US" sz="1800" b="1" dirty="0"/>
              <a:t>Computer vision </a:t>
            </a:r>
            <a:r>
              <a:rPr lang="en-US" sz="1800" dirty="0"/>
              <a:t>is a field of artificial intelligence (AI) and computer science that focuses on enabling computers to interpret and understand the visual world, similar to the way humans do. It involves developing algorithms and techniques for computers to gain a high-level understanding from digital images or videos.   </a:t>
            </a:r>
          </a:p>
          <a:p>
            <a:endParaRPr lang="en-US" dirty="0"/>
          </a:p>
        </p:txBody>
      </p:sp>
      <p:sp>
        <p:nvSpPr>
          <p:cNvPr id="2" name="Rectangle 1">
            <a:extLst>
              <a:ext uri="{FF2B5EF4-FFF2-40B4-BE49-F238E27FC236}">
                <a16:creationId xmlns:a16="http://schemas.microsoft.com/office/drawing/2014/main" id="{2B8A32BF-0D34-EF81-61D9-3AA614D796CE}"/>
              </a:ext>
            </a:extLst>
          </p:cNvPr>
          <p:cNvSpPr/>
          <p:nvPr/>
        </p:nvSpPr>
        <p:spPr>
          <a:xfrm>
            <a:off x="249896" y="1091381"/>
            <a:ext cx="11692208" cy="48417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3"/>
          <p:cNvSpPr txBox="1">
            <a:spLocks noGrp="1"/>
          </p:cNvSpPr>
          <p:nvPr>
            <p:ph type="title"/>
          </p:nvPr>
        </p:nvSpPr>
        <p:spPr>
          <a:xfrm>
            <a:off x="228600" y="177788"/>
            <a:ext cx="105156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Data Description</a:t>
            </a:r>
            <a:endParaRPr sz="3200" b="1" dirty="0">
              <a:latin typeface="Times New Roman"/>
              <a:ea typeface="Times New Roman"/>
              <a:cs typeface="Times New Roman"/>
              <a:sym typeface="Times New Roman"/>
            </a:endParaRPr>
          </a:p>
        </p:txBody>
      </p:sp>
      <p:pic>
        <p:nvPicPr>
          <p:cNvPr id="218" name="Google Shape;218;p13"/>
          <p:cNvPicPr preferRelativeResize="0"/>
          <p:nvPr/>
        </p:nvPicPr>
        <p:blipFill rotWithShape="1">
          <a:blip r:embed="rId3">
            <a:alphaModFix/>
          </a:blip>
          <a:srcRect/>
          <a:stretch/>
        </p:blipFill>
        <p:spPr>
          <a:xfrm>
            <a:off x="9567303" y="6040102"/>
            <a:ext cx="2592012" cy="806075"/>
          </a:xfrm>
          <a:prstGeom prst="rect">
            <a:avLst/>
          </a:prstGeom>
          <a:noFill/>
          <a:ln>
            <a:noFill/>
          </a:ln>
        </p:spPr>
      </p:pic>
      <p:sp>
        <p:nvSpPr>
          <p:cNvPr id="219" name="Google Shape;219;p13"/>
          <p:cNvSpPr txBox="1"/>
          <p:nvPr/>
        </p:nvSpPr>
        <p:spPr>
          <a:xfrm>
            <a:off x="415712" y="1169335"/>
            <a:ext cx="10972800" cy="203129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dirty="0">
                <a:latin typeface="Calibri"/>
                <a:ea typeface="Calibri"/>
                <a:cs typeface="Calibri"/>
                <a:sym typeface="Calibri"/>
              </a:rPr>
              <a:t>Number of total images: 78</a:t>
            </a:r>
          </a:p>
          <a:p>
            <a:pPr lvl="0" algn="l" rtl="0">
              <a:spcBef>
                <a:spcPts val="0"/>
              </a:spcBef>
              <a:spcAft>
                <a:spcPts val="0"/>
              </a:spcAft>
            </a:pPr>
            <a:r>
              <a:rPr lang="en-US" sz="2000" dirty="0">
                <a:latin typeface="Calibri"/>
                <a:ea typeface="Calibri"/>
                <a:cs typeface="Calibri"/>
                <a:sym typeface="Calibri"/>
              </a:rPr>
              <a:t>Format of images: jpg</a:t>
            </a:r>
          </a:p>
          <a:p>
            <a:pPr lvl="0" algn="l" rtl="0">
              <a:spcBef>
                <a:spcPts val="0"/>
              </a:spcBef>
              <a:spcAft>
                <a:spcPts val="0"/>
              </a:spcAft>
            </a:pPr>
            <a:r>
              <a:rPr lang="en-US" sz="2000" dirty="0">
                <a:latin typeface="Calibri"/>
                <a:ea typeface="Calibri"/>
                <a:cs typeface="Calibri"/>
                <a:sym typeface="Calibri"/>
              </a:rPr>
              <a:t>Number of images after augmentation:190                e.g. </a:t>
            </a:r>
          </a:p>
          <a:p>
            <a:pPr lvl="0" algn="l" rtl="0">
              <a:spcBef>
                <a:spcPts val="0"/>
              </a:spcBef>
              <a:spcAft>
                <a:spcPts val="0"/>
              </a:spcAft>
            </a:pPr>
            <a:r>
              <a:rPr lang="en-US" sz="2000" dirty="0">
                <a:latin typeface="Calibri"/>
                <a:ea typeface="Calibri"/>
                <a:cs typeface="Calibri"/>
                <a:sym typeface="Calibri"/>
              </a:rPr>
              <a:t>Number of images trained:168</a:t>
            </a:r>
          </a:p>
          <a:p>
            <a:pPr lvl="0" algn="l" rtl="0">
              <a:spcBef>
                <a:spcPts val="0"/>
              </a:spcBef>
              <a:spcAft>
                <a:spcPts val="0"/>
              </a:spcAft>
            </a:pPr>
            <a:r>
              <a:rPr lang="en-US" sz="2000" dirty="0">
                <a:latin typeface="Calibri"/>
                <a:ea typeface="Calibri"/>
                <a:cs typeface="Calibri"/>
                <a:sym typeface="Calibri"/>
              </a:rPr>
              <a:t>                               validated:17</a:t>
            </a:r>
          </a:p>
          <a:p>
            <a:pPr lvl="0" algn="l" rtl="0">
              <a:spcBef>
                <a:spcPts val="0"/>
              </a:spcBef>
              <a:spcAft>
                <a:spcPts val="0"/>
              </a:spcAft>
            </a:pPr>
            <a:r>
              <a:rPr lang="en-US" sz="2000" dirty="0">
                <a:latin typeface="Calibri"/>
                <a:ea typeface="Calibri"/>
                <a:cs typeface="Calibri"/>
                <a:sym typeface="Calibri"/>
              </a:rPr>
              <a:t>                                    tested:5</a:t>
            </a:r>
            <a:endParaRPr sz="2000" dirty="0">
              <a:latin typeface="Calibri"/>
              <a:ea typeface="Calibri"/>
              <a:cs typeface="Calibri"/>
              <a:sym typeface="Calibri"/>
            </a:endParaRPr>
          </a:p>
        </p:txBody>
      </p:sp>
      <p:sp>
        <p:nvSpPr>
          <p:cNvPr id="221" name="Google Shape;221;p13"/>
          <p:cNvSpPr txBox="1"/>
          <p:nvPr/>
        </p:nvSpPr>
        <p:spPr>
          <a:xfrm>
            <a:off x="5924550" y="2152650"/>
            <a:ext cx="6305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pic>
        <p:nvPicPr>
          <p:cNvPr id="3" name="Picture 2">
            <a:extLst>
              <a:ext uri="{FF2B5EF4-FFF2-40B4-BE49-F238E27FC236}">
                <a16:creationId xmlns:a16="http://schemas.microsoft.com/office/drawing/2014/main" id="{91E225F8-E734-CF88-0779-4E4A6CA7AD8E}"/>
              </a:ext>
            </a:extLst>
          </p:cNvPr>
          <p:cNvPicPr>
            <a:picLocks noChangeAspect="1"/>
          </p:cNvPicPr>
          <p:nvPr/>
        </p:nvPicPr>
        <p:blipFill>
          <a:blip r:embed="rId4"/>
          <a:srcRect/>
          <a:stretch/>
        </p:blipFill>
        <p:spPr>
          <a:xfrm>
            <a:off x="6096000" y="2880534"/>
            <a:ext cx="2583611" cy="2187261"/>
          </a:xfrm>
          <a:prstGeom prst="rect">
            <a:avLst/>
          </a:prstGeom>
        </p:spPr>
      </p:pic>
      <p:pic>
        <p:nvPicPr>
          <p:cNvPr id="5" name="Picture 4">
            <a:extLst>
              <a:ext uri="{FF2B5EF4-FFF2-40B4-BE49-F238E27FC236}">
                <a16:creationId xmlns:a16="http://schemas.microsoft.com/office/drawing/2014/main" id="{402FDFF4-7B9B-FDA5-B3CF-B56BE4D5AB5B}"/>
              </a:ext>
            </a:extLst>
          </p:cNvPr>
          <p:cNvPicPr>
            <a:picLocks noChangeAspect="1"/>
          </p:cNvPicPr>
          <p:nvPr/>
        </p:nvPicPr>
        <p:blipFill>
          <a:blip r:embed="rId5"/>
          <a:srcRect/>
          <a:stretch/>
        </p:blipFill>
        <p:spPr>
          <a:xfrm>
            <a:off x="9077400" y="2495342"/>
            <a:ext cx="2592012" cy="2927725"/>
          </a:xfrm>
          <a:prstGeom prst="rect">
            <a:avLst/>
          </a:prstGeom>
        </p:spPr>
      </p:pic>
      <p:sp>
        <p:nvSpPr>
          <p:cNvPr id="6" name="Rectangle 5">
            <a:extLst>
              <a:ext uri="{FF2B5EF4-FFF2-40B4-BE49-F238E27FC236}">
                <a16:creationId xmlns:a16="http://schemas.microsoft.com/office/drawing/2014/main" id="{9AF2312E-40F5-6F22-0EC8-C6367CABAC53}"/>
              </a:ext>
            </a:extLst>
          </p:cNvPr>
          <p:cNvSpPr/>
          <p:nvPr/>
        </p:nvSpPr>
        <p:spPr>
          <a:xfrm>
            <a:off x="249896" y="1091381"/>
            <a:ext cx="11692208" cy="48417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g117b53b5ae0_10_104"/>
          <p:cNvSpPr txBox="1">
            <a:spLocks noGrp="1"/>
          </p:cNvSpPr>
          <p:nvPr>
            <p:ph type="title"/>
          </p:nvPr>
        </p:nvSpPr>
        <p:spPr>
          <a:xfrm>
            <a:off x="169420" y="206578"/>
            <a:ext cx="110493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3000"/>
              <a:buFont typeface="Georgia"/>
              <a:buNone/>
            </a:pPr>
            <a:r>
              <a:rPr lang="en-US" sz="3200" b="1" dirty="0">
                <a:latin typeface="Times New Roman"/>
                <a:ea typeface="Times New Roman"/>
                <a:cs typeface="Times New Roman"/>
                <a:sym typeface="Times New Roman"/>
              </a:rPr>
              <a:t>System Requirements</a:t>
            </a:r>
            <a:endParaRPr sz="3200" b="1" dirty="0">
              <a:latin typeface="Times New Roman"/>
              <a:ea typeface="Times New Roman"/>
              <a:cs typeface="Times New Roman"/>
              <a:sym typeface="Times New Roman"/>
            </a:endParaRPr>
          </a:p>
        </p:txBody>
      </p:sp>
      <p:pic>
        <p:nvPicPr>
          <p:cNvPr id="252" name="Google Shape;252;g117b53b5ae0_10_104"/>
          <p:cNvPicPr preferRelativeResize="0"/>
          <p:nvPr/>
        </p:nvPicPr>
        <p:blipFill rotWithShape="1">
          <a:blip r:embed="rId3">
            <a:alphaModFix/>
          </a:blip>
          <a:srcRect/>
          <a:stretch/>
        </p:blipFill>
        <p:spPr>
          <a:xfrm>
            <a:off x="9580951" y="5971862"/>
            <a:ext cx="2592012" cy="805375"/>
          </a:xfrm>
          <a:prstGeom prst="rect">
            <a:avLst/>
          </a:prstGeom>
          <a:noFill/>
          <a:ln>
            <a:noFill/>
          </a:ln>
        </p:spPr>
      </p:pic>
      <p:sp>
        <p:nvSpPr>
          <p:cNvPr id="3" name="TextBox 2">
            <a:extLst>
              <a:ext uri="{FF2B5EF4-FFF2-40B4-BE49-F238E27FC236}">
                <a16:creationId xmlns:a16="http://schemas.microsoft.com/office/drawing/2014/main" id="{F8E0B307-6AA8-54B1-643E-14FC2D318C02}"/>
              </a:ext>
            </a:extLst>
          </p:cNvPr>
          <p:cNvSpPr txBox="1"/>
          <p:nvPr/>
        </p:nvSpPr>
        <p:spPr>
          <a:xfrm>
            <a:off x="395562" y="1934015"/>
            <a:ext cx="6096000" cy="3477875"/>
          </a:xfrm>
          <a:prstGeom prst="rect">
            <a:avLst/>
          </a:prstGeom>
          <a:noFill/>
        </p:spPr>
        <p:txBody>
          <a:bodyPr wrap="square">
            <a:spAutoFit/>
          </a:bodyPr>
          <a:lstStyle/>
          <a:p>
            <a:pPr algn="ctr"/>
            <a:r>
              <a:rPr lang="en-IN" sz="2000" b="1"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Hardware:</a:t>
            </a:r>
          </a:p>
          <a:p>
            <a:pPr>
              <a:buFont typeface="Arial" panose="020B0604020202020204" pitchFamily="34" charset="0"/>
              <a:buChar char="•"/>
            </a:pPr>
            <a:r>
              <a:rPr lang="en-IN" sz="2000" b="1"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Laptop:</a:t>
            </a:r>
            <a:endParaRPr lang="en-IN" sz="2000" b="0"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IN" sz="2000" b="1"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Processor:</a:t>
            </a:r>
            <a:r>
              <a:rPr lang="en-IN" sz="2000" b="0"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Intel Core i5 or AMD </a:t>
            </a:r>
            <a:r>
              <a:rPr lang="en-IN" sz="2000" b="0" i="0" dirty="0" err="1">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Ryzen</a:t>
            </a:r>
            <a:r>
              <a:rPr lang="en-IN" sz="2000" b="0"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5 (or higher)</a:t>
            </a:r>
          </a:p>
          <a:p>
            <a:pPr>
              <a:buFont typeface="Arial" panose="020B0604020202020204" pitchFamily="34" charset="0"/>
              <a:buChar char="•"/>
            </a:pPr>
            <a:r>
              <a:rPr lang="en-IN" sz="2000" b="1"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RAM:</a:t>
            </a:r>
            <a:r>
              <a:rPr lang="en-IN" sz="2000" b="0"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Minimum 8GB</a:t>
            </a:r>
          </a:p>
          <a:p>
            <a:pPr>
              <a:buFont typeface="Arial" panose="020B0604020202020204" pitchFamily="34" charset="0"/>
              <a:buChar char="•"/>
            </a:pPr>
            <a:r>
              <a:rPr lang="en-IN" sz="2000" b="1"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Storage:</a:t>
            </a:r>
            <a:r>
              <a:rPr lang="en-IN" sz="2000" b="0"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At least 256GB SSD</a:t>
            </a:r>
          </a:p>
          <a:p>
            <a:pPr>
              <a:buFont typeface="Arial" panose="020B0604020202020204" pitchFamily="34" charset="0"/>
              <a:buChar char="•"/>
            </a:pPr>
            <a:r>
              <a:rPr lang="en-IN" sz="2000" b="1"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Operating System:</a:t>
            </a:r>
            <a:r>
              <a:rPr lang="en-IN" sz="2000" b="0"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Windows 11 (64-bit)</a:t>
            </a:r>
            <a:endParaRPr lang="en-IN" sz="2000" dirty="0">
              <a:solidFill>
                <a:srgbClr val="0D0D0D"/>
              </a:solidFill>
              <a:highlight>
                <a:srgbClr val="FFFFFF"/>
              </a:highlight>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IN" sz="2000" b="1"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algn="ctr"/>
            <a:r>
              <a:rPr lang="en-IN" sz="2000" b="1"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Software:</a:t>
            </a:r>
          </a:p>
          <a:p>
            <a:pPr>
              <a:buFont typeface="Arial" panose="020B0604020202020204" pitchFamily="34" charset="0"/>
              <a:buChar char="•"/>
            </a:pPr>
            <a:r>
              <a:rPr lang="en-IN" sz="2000" b="1"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Operating System:</a:t>
            </a:r>
            <a:r>
              <a:rPr lang="en-IN" sz="2000" b="0"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Windows 11 (64-bit)</a:t>
            </a:r>
          </a:p>
          <a:p>
            <a:pPr>
              <a:buFont typeface="Arial" panose="020B0604020202020204" pitchFamily="34" charset="0"/>
              <a:buChar char="•"/>
            </a:pPr>
            <a:r>
              <a:rPr lang="en-IN" sz="2000" b="1"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Python:</a:t>
            </a:r>
            <a:r>
              <a:rPr lang="en-IN" sz="2000" b="0"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Version &lt;=3.8</a:t>
            </a:r>
          </a:p>
          <a:p>
            <a:pPr>
              <a:buFont typeface="Arial" panose="020B0604020202020204" pitchFamily="34" charset="0"/>
              <a:buChar char="•"/>
            </a:pPr>
            <a:r>
              <a:rPr lang="en-IN" sz="2000" b="1" dirty="0">
                <a:solidFill>
                  <a:srgbClr val="0D0D0D"/>
                </a:solidFill>
                <a:highlight>
                  <a:srgbClr val="FFFFFF"/>
                </a:highlight>
                <a:latin typeface="Calibri" panose="020F0502020204030204" pitchFamily="34" charset="0"/>
                <a:ea typeface="Calibri" panose="020F0502020204030204" pitchFamily="34" charset="0"/>
                <a:cs typeface="Calibri" panose="020F0502020204030204" pitchFamily="34" charset="0"/>
              </a:rPr>
              <a:t>Google collab</a:t>
            </a:r>
            <a:endParaRPr lang="en-IN" sz="2000" b="1"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0831478-2B7D-49C3-8434-0BDBF001A073}"/>
              </a:ext>
            </a:extLst>
          </p:cNvPr>
          <p:cNvSpPr txBox="1"/>
          <p:nvPr/>
        </p:nvSpPr>
        <p:spPr>
          <a:xfrm>
            <a:off x="5846104" y="2196863"/>
            <a:ext cx="6096000" cy="1323439"/>
          </a:xfrm>
          <a:prstGeom prst="rect">
            <a:avLst/>
          </a:prstGeom>
          <a:noFill/>
        </p:spPr>
        <p:txBody>
          <a:bodyPr wrap="square">
            <a:spAutoFit/>
          </a:bodyPr>
          <a:lstStyle/>
          <a:p>
            <a:pPr algn="ctr">
              <a:buFont typeface="Arial" panose="020B0604020202020204" pitchFamily="34" charset="0"/>
              <a:buChar char="•"/>
            </a:pPr>
            <a:r>
              <a:rPr lang="en-IN" sz="2000" b="1"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Python Libraries:</a:t>
            </a:r>
            <a:endParaRPr lang="en-IN" sz="2000" b="0"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IN" sz="2000" dirty="0" err="1">
                <a:solidFill>
                  <a:srgbClr val="0D0D0D"/>
                </a:solidFill>
                <a:highlight>
                  <a:srgbClr val="FFFFFF"/>
                </a:highlight>
                <a:latin typeface="Calibri" panose="020F0502020204030204" pitchFamily="34" charset="0"/>
                <a:ea typeface="Calibri" panose="020F0502020204030204" pitchFamily="34" charset="0"/>
                <a:cs typeface="Calibri" panose="020F0502020204030204" pitchFamily="34" charset="0"/>
              </a:rPr>
              <a:t>ultralytics</a:t>
            </a:r>
            <a:endParaRPr lang="en-IN" sz="2000" b="0"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IN" sz="2000" dirty="0" err="1">
                <a:solidFill>
                  <a:srgbClr val="0D0D0D"/>
                </a:solidFill>
                <a:highlight>
                  <a:srgbClr val="FFFFFF"/>
                </a:highlight>
                <a:latin typeface="Calibri" panose="020F0502020204030204" pitchFamily="34" charset="0"/>
                <a:ea typeface="Calibri" panose="020F0502020204030204" pitchFamily="34" charset="0"/>
                <a:cs typeface="Calibri" panose="020F0502020204030204" pitchFamily="34" charset="0"/>
              </a:rPr>
              <a:t>Pytorch</a:t>
            </a:r>
            <a:endParaRPr lang="en-IN" sz="2000" b="0"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IN" sz="2000" b="0" i="0" dirty="0" err="1">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Streamlit</a:t>
            </a:r>
            <a:endParaRPr lang="en-IN" sz="2000" b="0"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EB58B857-0E32-79B2-7502-4CE4214B154B}"/>
              </a:ext>
            </a:extLst>
          </p:cNvPr>
          <p:cNvSpPr/>
          <p:nvPr/>
        </p:nvSpPr>
        <p:spPr>
          <a:xfrm>
            <a:off x="249896" y="1091381"/>
            <a:ext cx="11692208" cy="48417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0"/>
          <p:cNvSpPr txBox="1">
            <a:spLocks noGrp="1"/>
          </p:cNvSpPr>
          <p:nvPr>
            <p:ph type="title"/>
          </p:nvPr>
        </p:nvSpPr>
        <p:spPr>
          <a:xfrm>
            <a:off x="228600" y="177790"/>
            <a:ext cx="10515600" cy="535487"/>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a:latin typeface="Times New Roman"/>
                <a:ea typeface="Times New Roman"/>
                <a:cs typeface="Times New Roman"/>
                <a:sym typeface="Times New Roman"/>
              </a:rPr>
              <a:t>Data Preprocessing</a:t>
            </a:r>
            <a:endParaRPr/>
          </a:p>
        </p:txBody>
      </p:sp>
      <p:pic>
        <p:nvPicPr>
          <p:cNvPr id="306" name="Google Shape;306;p30"/>
          <p:cNvPicPr preferRelativeResize="0"/>
          <p:nvPr/>
        </p:nvPicPr>
        <p:blipFill rotWithShape="1">
          <a:blip r:embed="rId3">
            <a:alphaModFix/>
          </a:blip>
          <a:srcRect/>
          <a:stretch/>
        </p:blipFill>
        <p:spPr>
          <a:xfrm>
            <a:off x="9580951" y="6040102"/>
            <a:ext cx="2592012" cy="805375"/>
          </a:xfrm>
          <a:prstGeom prst="rect">
            <a:avLst/>
          </a:prstGeom>
          <a:noFill/>
          <a:ln>
            <a:noFill/>
          </a:ln>
        </p:spPr>
      </p:pic>
      <p:sp>
        <p:nvSpPr>
          <p:cNvPr id="307" name="Google Shape;307;p30"/>
          <p:cNvSpPr txBox="1"/>
          <p:nvPr/>
        </p:nvSpPr>
        <p:spPr>
          <a:xfrm>
            <a:off x="846803" y="1251769"/>
            <a:ext cx="10972800" cy="200051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dirty="0">
                <a:latin typeface="Calibri"/>
                <a:ea typeface="Calibri"/>
                <a:cs typeface="Calibri"/>
                <a:sym typeface="Calibri"/>
              </a:rPr>
              <a:t>Preprocessing used:</a:t>
            </a:r>
          </a:p>
          <a:p>
            <a:pPr marL="0" lvl="0" indent="0" algn="l" rtl="0">
              <a:spcBef>
                <a:spcPts val="0"/>
              </a:spcBef>
              <a:spcAft>
                <a:spcPts val="0"/>
              </a:spcAft>
              <a:buNone/>
            </a:pPr>
            <a:r>
              <a:rPr lang="en-US" sz="2000" b="1" dirty="0">
                <a:latin typeface="Calibri"/>
                <a:ea typeface="Calibri"/>
                <a:cs typeface="Calibri"/>
                <a:sym typeface="Calibri"/>
              </a:rPr>
              <a:t>       </a:t>
            </a:r>
            <a:r>
              <a:rPr lang="en-US" sz="2000" dirty="0">
                <a:latin typeface="Calibri"/>
                <a:ea typeface="Calibri"/>
                <a:cs typeface="Calibri"/>
                <a:sym typeface="Calibri"/>
              </a:rPr>
              <a:t>Resize 640x640:In machine learning applications, resizing is often performed as part of data pre-processing to ensure that all input images have the same dimensions, which simplifies the training process and ensures that the model can learn effectively from the data . Here in this data we used 640x640 image resize to ensure all images are all one size in storage and efficient in model training.</a:t>
            </a:r>
          </a:p>
          <a:p>
            <a:pPr marL="0" lvl="0" indent="0" algn="l" rtl="0">
              <a:spcBef>
                <a:spcPts val="0"/>
              </a:spcBef>
              <a:spcAft>
                <a:spcPts val="0"/>
              </a:spcAft>
              <a:buNone/>
            </a:pPr>
            <a:endParaRPr lang="en-US" sz="1800" b="1" dirty="0">
              <a:latin typeface="Calibri"/>
              <a:ea typeface="Calibri"/>
              <a:cs typeface="Calibri"/>
              <a:sym typeface="Calibri"/>
            </a:endParaRPr>
          </a:p>
        </p:txBody>
      </p:sp>
      <p:sp>
        <p:nvSpPr>
          <p:cNvPr id="2" name="Rectangle 1">
            <a:extLst>
              <a:ext uri="{FF2B5EF4-FFF2-40B4-BE49-F238E27FC236}">
                <a16:creationId xmlns:a16="http://schemas.microsoft.com/office/drawing/2014/main" id="{740ACFCD-92F6-1FEA-9AB3-F55425BF5B54}"/>
              </a:ext>
            </a:extLst>
          </p:cNvPr>
          <p:cNvSpPr/>
          <p:nvPr/>
        </p:nvSpPr>
        <p:spPr>
          <a:xfrm>
            <a:off x="249896" y="1091381"/>
            <a:ext cx="11692208" cy="48417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2"/>
          <p:cNvSpPr txBox="1">
            <a:spLocks noGrp="1"/>
          </p:cNvSpPr>
          <p:nvPr>
            <p:ph type="title"/>
          </p:nvPr>
        </p:nvSpPr>
        <p:spPr>
          <a:xfrm>
            <a:off x="228600" y="177790"/>
            <a:ext cx="10515600" cy="535487"/>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Data Visualization </a:t>
            </a:r>
            <a:endParaRPr dirty="0"/>
          </a:p>
        </p:txBody>
      </p:sp>
      <p:pic>
        <p:nvPicPr>
          <p:cNvPr id="324" name="Google Shape;324;p32"/>
          <p:cNvPicPr preferRelativeResize="0"/>
          <p:nvPr/>
        </p:nvPicPr>
        <p:blipFill rotWithShape="1">
          <a:blip r:embed="rId3">
            <a:alphaModFix/>
          </a:blip>
          <a:srcRect/>
          <a:stretch/>
        </p:blipFill>
        <p:spPr>
          <a:xfrm>
            <a:off x="9580951" y="6040102"/>
            <a:ext cx="2592012" cy="805375"/>
          </a:xfrm>
          <a:prstGeom prst="rect">
            <a:avLst/>
          </a:prstGeom>
          <a:noFill/>
          <a:ln>
            <a:noFill/>
          </a:ln>
        </p:spPr>
      </p:pic>
      <p:sp>
        <p:nvSpPr>
          <p:cNvPr id="325" name="Google Shape;325;p32"/>
          <p:cNvSpPr txBox="1"/>
          <p:nvPr/>
        </p:nvSpPr>
        <p:spPr>
          <a:xfrm>
            <a:off x="666750" y="1352550"/>
            <a:ext cx="10972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
        <p:nvSpPr>
          <p:cNvPr id="326" name="Google Shape;326;p32"/>
          <p:cNvSpPr txBox="1"/>
          <p:nvPr/>
        </p:nvSpPr>
        <p:spPr>
          <a:xfrm>
            <a:off x="287350" y="1245175"/>
            <a:ext cx="11034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pic>
        <p:nvPicPr>
          <p:cNvPr id="3" name="Picture 2">
            <a:extLst>
              <a:ext uri="{FF2B5EF4-FFF2-40B4-BE49-F238E27FC236}">
                <a16:creationId xmlns:a16="http://schemas.microsoft.com/office/drawing/2014/main" id="{2977F6BD-80F3-1634-68A3-26EEB7A76E7E}"/>
              </a:ext>
            </a:extLst>
          </p:cNvPr>
          <p:cNvPicPr>
            <a:picLocks noChangeAspect="1"/>
          </p:cNvPicPr>
          <p:nvPr/>
        </p:nvPicPr>
        <p:blipFill>
          <a:blip r:embed="rId4"/>
          <a:srcRect/>
          <a:stretch/>
        </p:blipFill>
        <p:spPr>
          <a:xfrm>
            <a:off x="8451836" y="1876270"/>
            <a:ext cx="3248914" cy="3260902"/>
          </a:xfrm>
          <a:prstGeom prst="rect">
            <a:avLst/>
          </a:prstGeom>
        </p:spPr>
      </p:pic>
      <p:sp>
        <p:nvSpPr>
          <p:cNvPr id="4" name="TextBox 3">
            <a:extLst>
              <a:ext uri="{FF2B5EF4-FFF2-40B4-BE49-F238E27FC236}">
                <a16:creationId xmlns:a16="http://schemas.microsoft.com/office/drawing/2014/main" id="{669C8665-06D6-CB38-C7EF-B8198C915592}"/>
              </a:ext>
            </a:extLst>
          </p:cNvPr>
          <p:cNvSpPr txBox="1"/>
          <p:nvPr/>
        </p:nvSpPr>
        <p:spPr>
          <a:xfrm>
            <a:off x="552450" y="1352550"/>
            <a:ext cx="6343650" cy="2246769"/>
          </a:xfrm>
          <a:prstGeom prst="rect">
            <a:avLst/>
          </a:prstGeom>
          <a:noFill/>
        </p:spPr>
        <p:txBody>
          <a:bodyPr wrap="square" rtlCol="0">
            <a:spAutoFit/>
          </a:bodyPr>
          <a:lstStyle/>
          <a:p>
            <a:r>
              <a:rPr lang="en-US" sz="2000" dirty="0"/>
              <a:t>Data is visualized using </a:t>
            </a:r>
            <a:r>
              <a:rPr lang="en-US" sz="2000" dirty="0" err="1"/>
              <a:t>roboflow</a:t>
            </a:r>
            <a:r>
              <a:rPr lang="en-US" sz="2000" dirty="0"/>
              <a:t> and annotated each individual pipe by hand to for model to understand bonding box of each pipe efficiently. </a:t>
            </a:r>
          </a:p>
          <a:p>
            <a:r>
              <a:rPr lang="en-US" sz="2000" dirty="0"/>
              <a:t>In this sample image there are five classes and five pipe in each class. Each class is highlighted in separate colors this classification will make the model building and runtime of model efficient and easy.</a:t>
            </a:r>
          </a:p>
        </p:txBody>
      </p:sp>
      <p:sp>
        <p:nvSpPr>
          <p:cNvPr id="5" name="Rectangle 4">
            <a:extLst>
              <a:ext uri="{FF2B5EF4-FFF2-40B4-BE49-F238E27FC236}">
                <a16:creationId xmlns:a16="http://schemas.microsoft.com/office/drawing/2014/main" id="{17ABA181-2229-CE93-9968-B90F72DEC492}"/>
              </a:ext>
            </a:extLst>
          </p:cNvPr>
          <p:cNvSpPr/>
          <p:nvPr/>
        </p:nvSpPr>
        <p:spPr>
          <a:xfrm>
            <a:off x="249896" y="1091381"/>
            <a:ext cx="11692208" cy="48417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2"/>
          <p:cNvSpPr txBox="1">
            <a:spLocks noGrp="1"/>
          </p:cNvSpPr>
          <p:nvPr>
            <p:ph type="title"/>
          </p:nvPr>
        </p:nvSpPr>
        <p:spPr>
          <a:xfrm>
            <a:off x="228600" y="177790"/>
            <a:ext cx="10515600" cy="535487"/>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dirty="0">
                <a:latin typeface="Times New Roman"/>
                <a:ea typeface="Times New Roman"/>
                <a:cs typeface="Times New Roman"/>
                <a:sym typeface="Times New Roman"/>
              </a:rPr>
              <a:t>Model Building </a:t>
            </a:r>
            <a:endParaRPr dirty="0"/>
          </a:p>
        </p:txBody>
      </p:sp>
      <p:pic>
        <p:nvPicPr>
          <p:cNvPr id="373" name="Google Shape;373;p52"/>
          <p:cNvPicPr preferRelativeResize="0"/>
          <p:nvPr/>
        </p:nvPicPr>
        <p:blipFill rotWithShape="1">
          <a:blip r:embed="rId3">
            <a:alphaModFix/>
          </a:blip>
          <a:srcRect/>
          <a:stretch/>
        </p:blipFill>
        <p:spPr>
          <a:xfrm>
            <a:off x="9580951" y="6040102"/>
            <a:ext cx="2592012" cy="805375"/>
          </a:xfrm>
          <a:prstGeom prst="rect">
            <a:avLst/>
          </a:prstGeom>
          <a:noFill/>
          <a:ln>
            <a:noFill/>
          </a:ln>
        </p:spPr>
      </p:pic>
      <p:sp>
        <p:nvSpPr>
          <p:cNvPr id="374" name="Google Shape;374;p52"/>
          <p:cNvSpPr txBox="1"/>
          <p:nvPr/>
        </p:nvSpPr>
        <p:spPr>
          <a:xfrm>
            <a:off x="1047750" y="1428750"/>
            <a:ext cx="10972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
        <p:nvSpPr>
          <p:cNvPr id="378" name="Google Shape;378;p52"/>
          <p:cNvSpPr txBox="1"/>
          <p:nvPr/>
        </p:nvSpPr>
        <p:spPr>
          <a:xfrm>
            <a:off x="804575" y="5727775"/>
            <a:ext cx="11034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
        <p:nvSpPr>
          <p:cNvPr id="2" name="Rectangle 1">
            <a:extLst>
              <a:ext uri="{FF2B5EF4-FFF2-40B4-BE49-F238E27FC236}">
                <a16:creationId xmlns:a16="http://schemas.microsoft.com/office/drawing/2014/main" id="{7FA27867-E679-A930-F061-B7C2CBE8D86D}"/>
              </a:ext>
            </a:extLst>
          </p:cNvPr>
          <p:cNvSpPr/>
          <p:nvPr/>
        </p:nvSpPr>
        <p:spPr>
          <a:xfrm>
            <a:off x="249896" y="1091381"/>
            <a:ext cx="11692208" cy="48417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white grid with black text&#10;&#10;Description automatically generated">
            <a:extLst>
              <a:ext uri="{FF2B5EF4-FFF2-40B4-BE49-F238E27FC236}">
                <a16:creationId xmlns:a16="http://schemas.microsoft.com/office/drawing/2014/main" id="{0AB3CE4D-6FCE-76EB-8E80-1A64F25E8279}"/>
              </a:ext>
            </a:extLst>
          </p:cNvPr>
          <p:cNvPicPr>
            <a:picLocks noChangeAspect="1"/>
          </p:cNvPicPr>
          <p:nvPr/>
        </p:nvPicPr>
        <p:blipFill>
          <a:blip r:embed="rId4"/>
          <a:stretch>
            <a:fillRect/>
          </a:stretch>
        </p:blipFill>
        <p:spPr>
          <a:xfrm>
            <a:off x="398206" y="1628850"/>
            <a:ext cx="11395587" cy="346105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56"/>
          <p:cNvSpPr txBox="1">
            <a:spLocks noGrp="1"/>
          </p:cNvSpPr>
          <p:nvPr>
            <p:ph type="title"/>
          </p:nvPr>
        </p:nvSpPr>
        <p:spPr>
          <a:xfrm>
            <a:off x="228600" y="177784"/>
            <a:ext cx="10515600" cy="535488"/>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2300"/>
              <a:buFont typeface="Georgia"/>
              <a:buNone/>
            </a:pPr>
            <a:r>
              <a:rPr lang="en-US" sz="3200" b="1">
                <a:latin typeface="Times New Roman"/>
                <a:ea typeface="Times New Roman"/>
                <a:cs typeface="Times New Roman"/>
                <a:sym typeface="Times New Roman"/>
              </a:rPr>
              <a:t>Best Model  – </a:t>
            </a:r>
            <a:endParaRPr/>
          </a:p>
        </p:txBody>
      </p:sp>
      <p:pic>
        <p:nvPicPr>
          <p:cNvPr id="419" name="Google Shape;419;p56"/>
          <p:cNvPicPr preferRelativeResize="0"/>
          <p:nvPr/>
        </p:nvPicPr>
        <p:blipFill rotWithShape="1">
          <a:blip r:embed="rId3">
            <a:alphaModFix/>
          </a:blip>
          <a:srcRect/>
          <a:stretch/>
        </p:blipFill>
        <p:spPr>
          <a:xfrm>
            <a:off x="9580951" y="6040102"/>
            <a:ext cx="2592012" cy="805375"/>
          </a:xfrm>
          <a:prstGeom prst="rect">
            <a:avLst/>
          </a:prstGeom>
          <a:noFill/>
          <a:ln>
            <a:noFill/>
          </a:ln>
        </p:spPr>
      </p:pic>
      <p:sp>
        <p:nvSpPr>
          <p:cNvPr id="421" name="Google Shape;421;p56"/>
          <p:cNvSpPr txBox="1"/>
          <p:nvPr/>
        </p:nvSpPr>
        <p:spPr>
          <a:xfrm>
            <a:off x="357876" y="1224844"/>
            <a:ext cx="11034000" cy="144652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dirty="0">
                <a:latin typeface="Calibri"/>
                <a:ea typeface="Calibri"/>
                <a:cs typeface="Calibri"/>
                <a:sym typeface="Calibri"/>
              </a:rPr>
              <a:t>Yolov8n and yolov8i: </a:t>
            </a:r>
          </a:p>
          <a:p>
            <a:pPr marL="0" lvl="0" indent="0" algn="l" rtl="0">
              <a:spcBef>
                <a:spcPts val="0"/>
              </a:spcBef>
              <a:spcAft>
                <a:spcPts val="0"/>
              </a:spcAft>
              <a:buNone/>
            </a:pPr>
            <a:r>
              <a:rPr lang="en-US" sz="1600" dirty="0">
                <a:latin typeface="Calibri"/>
                <a:ea typeface="Calibri"/>
                <a:cs typeface="Calibri"/>
                <a:sym typeface="Calibri"/>
              </a:rPr>
              <a:t>By far yolov8n and yolov8i was the best model achieving accuracy of MAP50: 0.717 and MAP50-95 : 0.566.</a:t>
            </a:r>
            <a:r>
              <a:rPr lang="en-US" sz="1600" b="1" dirty="0">
                <a:latin typeface="Calibri"/>
                <a:ea typeface="Calibri"/>
                <a:cs typeface="Calibri"/>
                <a:sym typeface="Calibri"/>
              </a:rPr>
              <a:t> </a:t>
            </a:r>
            <a:r>
              <a:rPr lang="en-US" sz="1600" dirty="0">
                <a:latin typeface="Calibri"/>
                <a:ea typeface="Calibri"/>
                <a:cs typeface="Calibri"/>
                <a:sym typeface="Calibri"/>
              </a:rPr>
              <a:t>In validation data yolov8n and yolov8i performed well by recognizing</a:t>
            </a:r>
            <a:r>
              <a:rPr lang="en-US" sz="1600" b="1" dirty="0">
                <a:latin typeface="Calibri"/>
                <a:ea typeface="Calibri"/>
                <a:cs typeface="Calibri"/>
                <a:sym typeface="Calibri"/>
              </a:rPr>
              <a:t> </a:t>
            </a:r>
            <a:r>
              <a:rPr lang="en-US" sz="1600" dirty="0">
                <a:latin typeface="Calibri"/>
                <a:ea typeface="Calibri"/>
                <a:cs typeface="Calibri"/>
                <a:sym typeface="Calibri"/>
              </a:rPr>
              <a:t>all the classes and right number of vials and syringes in the images .</a:t>
            </a:r>
          </a:p>
          <a:p>
            <a:pPr marL="0" lvl="0" indent="0" algn="l" rtl="0">
              <a:spcBef>
                <a:spcPts val="0"/>
              </a:spcBef>
              <a:spcAft>
                <a:spcPts val="0"/>
              </a:spcAft>
              <a:buNone/>
            </a:pPr>
            <a:endParaRPr lang="en-US" sz="1600" b="1" dirty="0">
              <a:latin typeface="Calibri"/>
              <a:ea typeface="Calibri"/>
              <a:cs typeface="Calibri"/>
              <a:sym typeface="Calibri"/>
            </a:endParaRPr>
          </a:p>
          <a:p>
            <a:pPr marL="0" lvl="0" indent="0" algn="l" rtl="0">
              <a:spcBef>
                <a:spcPts val="0"/>
              </a:spcBef>
              <a:spcAft>
                <a:spcPts val="0"/>
              </a:spcAft>
              <a:buNone/>
            </a:pPr>
            <a:endParaRPr b="1" dirty="0">
              <a:latin typeface="Calibri"/>
              <a:ea typeface="Calibri"/>
              <a:cs typeface="Calibri"/>
              <a:sym typeface="Calibri"/>
            </a:endParaRPr>
          </a:p>
        </p:txBody>
      </p:sp>
      <p:sp>
        <p:nvSpPr>
          <p:cNvPr id="2" name="Rectangle 1">
            <a:extLst>
              <a:ext uri="{FF2B5EF4-FFF2-40B4-BE49-F238E27FC236}">
                <a16:creationId xmlns:a16="http://schemas.microsoft.com/office/drawing/2014/main" id="{9807B165-C41C-BFE2-1E61-1FC43A6DDD76}"/>
              </a:ext>
            </a:extLst>
          </p:cNvPr>
          <p:cNvSpPr/>
          <p:nvPr/>
        </p:nvSpPr>
        <p:spPr>
          <a:xfrm>
            <a:off x="228600" y="1071716"/>
            <a:ext cx="11605524" cy="496838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57"/>
          <p:cNvSpPr txBox="1">
            <a:spLocks noGrp="1"/>
          </p:cNvSpPr>
          <p:nvPr>
            <p:ph type="title"/>
          </p:nvPr>
        </p:nvSpPr>
        <p:spPr>
          <a:xfrm>
            <a:off x="185871" y="-113826"/>
            <a:ext cx="11850553" cy="1068966"/>
          </a:xfrm>
          <a:prstGeom prst="rect">
            <a:avLst/>
          </a:prstGeom>
          <a:noFill/>
          <a:ln>
            <a:noFill/>
          </a:ln>
        </p:spPr>
        <p:txBody>
          <a:bodyPr spcFirstLastPara="1" wrap="square" lIns="91425" tIns="45675" rIns="91425" bIns="45675" anchor="ctr" anchorCtr="0">
            <a:spAutoFit/>
          </a:bodyPr>
          <a:lstStyle/>
          <a:p>
            <a:pPr marL="0" lvl="0" indent="0" algn="l" rtl="0">
              <a:lnSpc>
                <a:spcPct val="115000"/>
              </a:lnSpc>
              <a:spcBef>
                <a:spcPts val="1600"/>
              </a:spcBef>
              <a:spcAft>
                <a:spcPts val="1600"/>
              </a:spcAft>
              <a:buSzPts val="2300"/>
              <a:buNone/>
            </a:pPr>
            <a:r>
              <a:rPr lang="en-US" sz="3200" b="1">
                <a:latin typeface="Times New Roman"/>
                <a:ea typeface="Times New Roman"/>
                <a:cs typeface="Times New Roman"/>
                <a:sym typeface="Times New Roman"/>
              </a:rPr>
              <a:t>Model Deployment - </a:t>
            </a:r>
            <a:r>
              <a:rPr lang="en-US" sz="3200" b="1">
                <a:solidFill>
                  <a:schemeClr val="dk1"/>
                </a:solidFill>
                <a:latin typeface="Times New Roman"/>
                <a:ea typeface="Times New Roman"/>
                <a:cs typeface="Times New Roman"/>
                <a:sym typeface="Times New Roman"/>
              </a:rPr>
              <a:t>Strategy</a:t>
            </a:r>
            <a:endParaRPr sz="4700">
              <a:solidFill>
                <a:schemeClr val="dk1"/>
              </a:solidFill>
            </a:endParaRPr>
          </a:p>
        </p:txBody>
      </p:sp>
      <p:sp>
        <p:nvSpPr>
          <p:cNvPr id="428" name="Google Shape;428;p57" descr="data:image/jpeg;base64,/9j/4AAQSkZJRgABAQAAAQABAAD/2wCEAAkGBw8QEhASEBIQEBEVEhYWFxgVEBUSGRcSFRUWGhUYFhMdHCggGBolGxUYITEhJSkrLjEuFx8zOjMuNygtLisBCgoKDg0OGxAQGyslICUtLS0tMistLS0rLS0tLy0rLS0xLS0tLS8tLS0tLS0tKy41LS8tLi0tLS0tLS0tLS0uLf/AABEIAOEA4QMBIgACEQEDEQH/xAAcAAEAAQUBAQAAAAAAAAAAAAAABwEDBQYIBAL/xABSEAABAwIBBgUNCwkHBQAAAAABAAIDBBEFBgchMUFREhdhcZETIjRUdIGSlKGxs8HTCDI1QlJTYpO00dIWGCMkVXKDo+MUM0Oy4fDxFWRzgsL/xAAbAQEAAgMBAQAAAAAAAAAAAAAAAgUDBAYBB//EADkRAAIBAQQGCAQFBAMAAAAAAAABAgMEBRExEiFhgZGxEyJBUXGhwdEyNHLwFSMzUuEGstLxFJKi/9oADAMBAAIRAxEAPwCcUREAREQBERAEReKuxGGEXleG8mkk8zRpQjKSitKTwW09qtSStaC5zg1o1kkADnJWpYhlgTcQMsPlO0nvN1DvnvLXKytlmN5Xl56AOYfco6SKi0X3RhqprSfBcc3uWG03KvyrgZcRgzO8EdJ0la1X4/UzXBfwG/JaNHfO3vrFovMcSitF5WivqcsF3LV/L3vDYZ3BsppIbNlvJHymzmjkvrH+9C3ShrYp28OJwcNu8HcRrBUWq9S1MkLg+NxY7k2jcRqI5CpI2LFe9ShhGp1o+a8G8/B7miV0WuYPlPHLZktopN+trjyHZ31sa9OooWinXjpU3iuXis0wiIhmC+SQNJ0L5kka0FziABrK13EcRMpsLhm7fyn7lr17RGktefYiE6igtZdxHFC7rYzZo27XfcFn2uuAd601bXQOvHGfojyaFq2KtKpObk+xffmY6U3JvE9KIisjOEREAREQBERAEREAReepqGRjhSODBvJt0b1r1dlfG3RAwyfSN2jvC1z5F42ka9otdGh+pJLZ28Fr3m0rCYhlHTRXAd1R+5unpOr1rTcQxaef37yW/JGgeTWvCouRR2i/W9VGOG2Xtlxb8DN1+VFTJoaRCNzdJ77tfRZYTSSSbknWTpJ5yiKJSVq1Ss9KpJt7fbJbgqKqLwxFERF6AqKqKQKLOYNlFLBZr7yRbibcEcjvv8iwaqpmSjXqUZadN4P7z7/B6t5KFBXxTt4UTg4bdhB3EbFeqZ2xtLnGw853DlUZ4d1UPDonFhHxhsHKNoWfqqp8pBeb2GzQBzBa1ptKpLBa5cvE6qx3jKtTblDB9/Y/v7eaV+vrnTHToaNQ9Z3leVfIKqqWUnJ6Uniybk28WfV1smBvvEOQkeW/rWsrPZOO617dzgekf6LZsLwreKfv6Geg+uZlERXRuBERAEREAREQBYjKWqfDTvfGeC+7bGwNrnTr5LrLrXMt3WgaN7x0AH/ReN4I1bdNws1SSeD0X7GlTzPeeE9xe7eSSekr4RFiOFeeIRFpmWmVlTQ1DI4mQua6IPPDbJe5kkGx40WaF6liZaNGdaahBYtm5oos4yK35qk8CT2icZFb81SeBJ7RS0Gbn4TbP2ea9yU0UWcZFb81SeBJ7ROMit+apPAk9ovNBj8Jtn7PNe5Kaoot4yK35qk8CT2icZFb81SeBJ7Re6LH4TbP2ea9yUkUW8ZFb81SeBJ7ROMit+ZpPq5PaJosfhNs/Z5r3JSV+lpi87htP3cqibjIrPmaTwJPaL2MzsV4FhDRAf8Ajl9qoVnUS/LWL3ajYoXNXcsaqwS2rXw8yZYow0WaLBfahfjaxD5mi8CX2qrxt4h8zRfVy+1VW7LWbxa817lyrNNLBJcUTQihfjbxD5mi8CX2qcbeIfM0XgS+1Xn/ABK37fNe5LoKnd5ompZbJx/XvG9t+gj71z/xuYh8zRfVy+1V+kzyYlE7hNhor2I0xzbf4qy0LNVjUUmstqMlOjOMk2dNIoVze52cQxHEKakmipGRydU4RjjlDhwIXvFiZCNbRsU1K2NwIiIAiIgCIiALUsvn6Kdvyi/zNHrW2rSsu3XkhbuaT0n/AEUZZFbe7wsc9uH9y9DWURFjONCizOr2XD3M30kqlNRZnW7Lh7mb6SVThmWV0fOQ38maUiKTeI7Gd9J9c78CmdkRkik3iOxnfSfXO/AnEdjO+k+ud+BARkikDEMz2NxC4gjnG3qUzCfBcWk94FaTXUE0DzHPFJDINbZGOY4f+pF0B5UREARFseTWRWJYhppaZ74726o60ceux/SOIDrbQLnkQGuIpfocwlc4XmqqWI7mCSXpuGq5VZgqwD9FWUzzueySMdI4XmQEOIt0yizY4vQgvkpzLENb4D1UAbSWjrwOUtAWloAiIgN5zJfDVD/H+zTLqpcg5v3EV9OQSCOqEEaCCIZLEFdKZP5SiS0c5DZNTXauFyHcfOsyoylDTX3kadS3UqdoVCeptJp9jxbWGx6tWOeWee1IiLCbgREQBERAFoeWr71AG5oHT/yt8UcZVPvVTcnBHQwetRnkU9+TwsyXfJcm/QxaIixnJhRZnW7Lh7mb6SVSmoszrdlw9zN9JKpwzLK6PnIb+TNKXca4cXcamdkEUTe6Dr54KWjdBLLC4zuBMcjoyRwDoJaRdQX+U2I9u1njMv4kB2asFlTkxSYnCYaqMOFjwXiwfG4/GjfbQeTUbaQQufch86dfRzxipnlqqQuAkbK4yOa0kXeyQ3ddo08G9jqtqI6dBvqQHHuWeTM2GVUlLMQ61nMeBYSROvwXgbNRBGwgi5tdYBdA+6OwxrqWkqbdfHOYr/QkY52nmMY8I71HmZ3JVuI1w6q3hU1O3qsgIuHG9o4zyE6SNoY4bUBuGarNOyRkdbiTOE11nRQHQC3W18o2g6wzdrveynGKJrQGtAa0AAACwAGoAbAri0LOdnDjwljWRtbNVyNuxhPWsbpAkktptcGwFr2OkWQG+ouP8Zy3xOscXT1dQb/FbIY2DmjbZvftdWMNysxKmcHQ1lUwg3t1ZxaedhJa7mIQHY6iHPRkLQGnlxBro6OoZpNhZk7jqaWj/FJ1OGvTwtGlvnyBz0MltDinAifbrZ2izHWGqRg967lGg31DbG2cvLmXFqi4uykjJEMfJtkfvefING8kDS0REBseQXZ1PzSehkUvqIMguzqfmk9DIpfVtYf09/ojjb/+aX0LnI2nJ7KbgWiqCS3UH/J5Dv59fq3WNwIBBBBFwQbgg7QVECzeAZQPpjwXXfETpG1t9ZbvS0WLS61PPu7/AL/0ZrtvlwwpWh4rsfavHvW3NeGUjovPS1LJWh7HBzTqI9e48i9CqWsNTOrTTWKyCIiHoUY4469ROfpkeU28yk5RRVS8N7nfSPrKhMob+kujhHa3wWHqW0RFA5kKLM63ZcPczfSSqU1FmdbsuHuZvpJVOGZZXR85DfyZpS7jXDi7jUzsiHvdJ9iUXdDvRlc+rsfKfJWixNkbKyMyNY4uaBI9lnEW1tIvoWucTuBdrP8AGZvxIDmrBcMmq54aeBvDlleGtGnbrJ3NAuSdgBK7Qhj4LWt18FoHQLLDZO5JYfh4P9jp44SRYu0veRrsZHEutfZeyzhKAiz3RFSG4bEzRd9Wwd5schJ6bDvr49zthwjoJ5yBwpqgi+0xxNaGg8znSdKjnPRlgzEatsdO4PpqYOa1wNw+RxHVHg7W9a0A/RJ2qWMw0odhEQGts0wPPw+F5nBASGTbWuN8rsafX1lTVOJPVJCW32RjRG3vNAC7EqY+Ex7Rrc1w75BC4mkYWkgggg2IIsQRrBCAtoiIAiIgCIiA2PILs6n5pPQyKX1EGQXZ1PzSehkUvq2sP6e/0Rx1/wDzS+hc5FFVVDDa9ja9r227rr5ViijMhhGLy0z+E03affNO0bOZSFheJxVDeFGdWsHWDy/eosWayShkfUN6m4i3vyPkjXffc2Hf5Fq2yzQnBzyaWfv6epc3TeFWlUjRS0oyeGHdj2rm1l26sySURFRHalqZ/Ba524E+RROzUFKGLutBMfoO6SLKMQoTes5m/n16a2S82vYIiKBQBRZnW7Lh7mb6SVSmoszrdlw9zN9JKpwzLK6PnIb+TNKXca4cXcamdkYTKXKiiw1jH1svUWPcWtPU5JLuAvazGm2hYDjewDtw+LVHs1rHuk+xKLuh3oyufUB0viee3B4h+iNRUnYGQ8Ad8yFthzAqK8uM69diTXQxgUlM4Wcxjy5zwdYfLYXbyAAadN1HiIApz9zhjbbVlE42dcVDBv0BkvRaPpO5QYsrk5jUtDUw1MJs+J97bHN1OYeRzSQedAdnLmXPVke+hrH1MbT/AGWpeXggaGTO0yRk7Lm7hyEge9K6AyWyip8Sp2VNM67XaHNPvo5ABwmPGxwv3wQRoIKyNfRRVEbopo2SxuFnNe0OBHKCgOJUXRGNZiaCVxdS1E1Lc+9c0TsbyNuWutzuKsYXmEpGEGpq5pwNkcbYL8hJLzbmsgIXyaycq8QmENJGZH6ydTWN+U9+po8+oXOhePE8PlppJIZmOjljdwXNcLEH1jaCNBBuuwsBwKloYhFSQshj28EaXHe9x0uPKSVpGevJihqKR9XM9lPUQt6yQj+83QuA0uudVtIOnVcEDmdERAbbmypTNiVLGCGl3VdJ06oJT6l0TRZPwMsXXkfvd1o8H77rn7M78L0fNP8AZ5V0uufvi8bTRqdBSm4xaxeGp4ttZ59mSaRFWGz1KnTTgnJaljrww15ZZvPDE8GMUofA9jQ0ADhAAW97p0DvLQ1JRF9ajusg6nI9m5x8+hW39H2jShVovsal/wBtT5J7znv6ooYSp1Uuxxe7Wub4FhSFkdhvUoQ9ws+SxPI34oWn4Bh/9onaz4mt/wC7t6dClCy6G8a2CVNeL9F68DD/AE/ZMZO0S7NS9XwwW9oqiIqg6kxGVL+DSzHkb/nb96jtb5lo/wDViPlPaOg39S0NY5ZnJ35LG0pd0Vzl/AREUSnCjDO1EW1cN/jUrTbcDNNbzKWsNpuG6596PLuUX57j+vQdyM9LMsPT/nRprbjwL65rL1+mltw5NkeLsX8s8J/aNB45D+JcdItw6YnHP9jtFVU1I2mqaaoc2dxIinZKQOAdJDSbBQciIAiIgCIiAz+SWVdZhcvVaV4F7B7HAujkaNQe24va5sQQRc2OkqeMmM82GVQa2pLqKXaH3fGT9GUDQP3g3vrmhEB2jR49RTC8NVTSjeyeN/mKVmPUUIvLVU0Q3vnjZ5yuLkQHTWUueTCqUOEDnVso0BsYLWXto4UxFrcrQ5QTlllhWYpL1Spf1jf7uJtwyMH5LdpO1x0nmAA1tEAREQG65nfhej5p/s8q6XXNGZ34Xo+af7PKumFyV+/NL6VzkbFL4Si03KuDgzB3y2+bR93StyXgxLChUuhB1Ndp/cI0/wCXyrL/AE3alZ7fHSyknF8MV5xS3ldfVllabI4wXWTTXHDk2feR2G9Sh4bhZ8lr8jBfg9Ok98LY18taALDQAvpdXVqOpNzfaTs9CNClGlHJL7e/MIiKBmNYy4f+jjbveT0AD1rS1tmXjtMA3B56Sy3mK1MhYZPrHHXu9K1y2YLyT9QqxsLiANZVFkaGLgi51nyLHVnoRxNKhS6WeHZ2/e3I9cLA0Bo2KHM9R/XYO42elmUxByh3PMf12HuRvpZlpWZfnJvbyZ1FkklNJd3oR8iIrctgiIgCIiAIiIAiIgCIiAIiIAiIgN1zO/C9HzT/AGeVdMLmfM78L0fNP9nlXTC5K/fml9K5yNil8IX1A6zgf96V8qiqIzcJKazTT4azI1iZdFbjdcAq4vocZKS0lkzTCIi9BpOWrrzRjdH5yfuC1whZ7Kx16h43Bo6WArC8G61W+szjbw61pm9vLV6CmiubnUPOveCrLBYWC+wVq1HpPEnRiqccC8Codzy9mw9yt9LMpdBUQ54uzIe5W+lmUrMsKi38ixsUvzo7+TNCRFOMfufwQD/1E6QD2Hv/AIysi+IORTn+b6P2ifE/6yfm+j9onxP+sgIMRTn+b6P2ifE/6yfm+j9onxP+sgIMRTn+b6P2ifE/6y03OVm3GDRwSCqNR1V7m26h1K3Bbe9+G66Aj5ERAEREAREQBERAbrmd+F6Pmn+zyrphcz5nfhej5p/s8q6YXJX780vpXORsUvhCoqoqYynsoj1tt3rXqXgonWdbf6l712l01ekskdnV4Zf+cDVqLCQREVkQI/x83qJjygdAH3LHtC9WKvvLId73HyleS6r88WcdWa6WT2vzZ93Vbr4ul1HAjpF26iLO/wBmQ9yt9LMpZuolzu9mRdzN9LMstBddG/d7xtEd/JmiroSLPzh4AH9lq9AA/wALYP3lz2i3TpDoXj8w/tWr/lfiTj8w/tWr/lfiXPSIDoXj8w/tWr/lfiTj8w/tWr/lfiXPSIDoXj8w/tWr/lfiWjZ1s4tNi8VPHDDNEYpHOJk4FiHNtosSozRAEREAREQBERAEREBuuZ34Xo+af7PKumFzPmd+F6Pmn+zyrphclfvzS+lc5GxS+EKiqipjKVidYg8qyqxCyULrgFdFcFbXOk9kvR+hhrLJl1ERdIYCP8YwiaEucRwmE34Y1eDs/wB6Vi7qU1r+KZMxyXdFaJ+7W097Z3uhYJUsPhKG1XTJYyovHY89z7d/FmnXS6uVlHLC7gyNLTs3HmOoqxdYcCleMW09TLl1HucXJusq6mOSni6owQNaT1WNvXCSQkWc4HU4Lf7r6uvYvReKM1C0SozU44Yrv+0Qp+QmKdrj6+H8afkHina4+vh/Gpruq3U+mlsN9XvX7o8H7kNQ5vMWffg04Nv+4gH/ANr74s8Z7VHjFP7RTxhDetJ3nyD/AJKyAVdWvGrCbiktWx+5cWavOpTjKWGL7vLtfZgc78WWNdqjxmn9oq8WONdqjxmn9ouiQvoLA71r90eD9zZUmc6cWGNdqjxmn9oq8V+Ndqjxmn9oujQgUHe9oXZHg/ckc58V2Ndqjxmn9oq8V2N9qjxmn9oujQvsKLvm0d0eD9yeBzfxW432oPGaf2icVmOdqDxmn9oukwqhQd92nujwf+RLQRzZxWY52oPGaf2ipxV452oPGaf2i6WCBRd+Wnujwf8AkS6NHNXFXjnag8Zp/aJxV452oPGaf2i6XRR/HbV3R4P/ACPeiiQfm4yCxSjxGmqKmn6nCzqvCd1aF9uFDI1vWteSeucBqU4oi0LXa52menPDHDDVvfa33k4x0QiItUkUXtoXaCNx868avUbrOtvCsLrq9HaoPv1cdS88CFRYxMgiIu2NUIiICzUQMkaWvaHNOwhatimSpF3U5uPkE+Z23mPlW3ooyinma1oslKusJrf2rf8A7RFbwWktcC1w1gjSOcL5upHxLDIqgWkbc7CDYjv+o6FqOKZPSw3cz9LHvAtYco9Y8iwyptHO2q7atHrR60dme9eqMPdVuvgFVuseBXKWJsOHtHU2gWNhc869IWrNcRpBIPJoXsixGVu3hc4v5VWVbFNtuLx8dXuXlnvSnGKjKLWGrVry4M2AL6CxMOMD47S3v38iydJM2UEx9dbXZpFr6r9C0alnqxzi+ZaUbVRq6oSWPdk+D1+RdCqFQL6C1GbiPoL6C+QvoLGzIj6C+gvkL6CxsyFQqhUCqFjZNH0qqiqokgiIgCKiAIAqsdYg7irzKZx5OdXmUjRr0+RWNC7LXUacY6O2Wryz8iDnFHo4Q3oqdSbuVF2OnW7o8X7Gtgi4iIsh4EREAREQGExTJ+Ge7gOpybwLgnlbt5xYrTsRwuanNpG6NjhpB5js5jYqTFbkY1wLXAEHWCLgjlCg4Jlba7spV+surLvWT8V657SK7qt1t2K5LNN3QHgn5J0g8x9R0LWHUcokERYRITYNOsnkO5YZRazOctFkrWd4TWeTWtP+dmGOwrQ0r5ntjYLuPQBtvyBSFh1CynYGM5ydpO0lWMFwttMy2gvPvnbzuHIFlFmhDR1nRXdYegjpT+J+Wzx7/XDXakhY73zQe9615ZMNYfekt8q96LHVs1Kr8cU+fHMszEvoHjV13MbededzCNYtzhZ5FXVbmpS+CTXmvR+Z6mYMKoWUfSsOy3MrD6H5J6R61V1botMPhwl4P3wMimjxhVCuPpnjZ0L4CqqtOdJ4TTXisOZlTxyKorrKd52WXoZSDab+RbVC7bTWyjgu+Wr+eCYc4o8QCvMpnnZbn+5e5jANQsvtW9C4YLXVk3sWpcc35GN1X2I8rKRo1m/kV9rQNQsvtFcULLRofpxS58Xr8zE5N5hERbB4EREAREQBERAEREAREQBeKp/vqf8Aif5QiLx5EZ5b4/3I9qIi9JBERAEREAREQBfHxu8qIvXkvqQLiIiPMBEReAIiIAiIgCIiA//Z"/>
          <p:cNvSpPr/>
          <p:nvPr/>
        </p:nvSpPr>
        <p:spPr>
          <a:xfrm>
            <a:off x="155577" y="-136524"/>
            <a:ext cx="296863" cy="29686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500" b="0" i="0" u="none" strike="noStrike" cap="none">
              <a:solidFill>
                <a:srgbClr val="000000"/>
              </a:solidFill>
              <a:latin typeface="Arial"/>
              <a:ea typeface="Arial"/>
              <a:cs typeface="Arial"/>
              <a:sym typeface="Arial"/>
            </a:endParaRPr>
          </a:p>
        </p:txBody>
      </p:sp>
      <p:sp>
        <p:nvSpPr>
          <p:cNvPr id="429" name="Google Shape;429;p57" descr="data:image/jpeg;base64,/9j/4AAQSkZJRgABAQAAAQABAAD/2wCEAAkGBw8QEhASEBIQEBEVEhYWFxgVEBUSGRcSFRUWGhUYFhMdHCggGBolGxUYITEhJSkrLjEuFx8zOjMuNygtLisBCgoKDg0OGxAQGyslICUtLS0tMistLS0rLS0tLy0rLS0xLS0tLS8tLS0tLS0tKy41LS8tLi0tLS0tLS0tLS0uLf/AABEIAOEA4QMBIgACEQEDEQH/xAAcAAEAAQUBAQAAAAAAAAAAAAAABwEDBQYIBAL/xABSEAABAwIBBgUNCwkHBQAAAAABAAIDBBEFBgchMUFREhdhcZETIjRUdIGSlKGxs8HTCDI1QlJTYpO00dIWGCMkVXKDo+MUM0Oy4fDxFWRzgsL/xAAbAQEAAgMBAQAAAAAAAAAAAAAAAgUDBAYBB//EADkRAAIBAQQGCAQFBAMAAAAAAAABAgMEBRExEiFhgZGxEyJBUXGhwdEyNHLwFSMzUuEGstLxFJKi/9oADAMBAAIRAxEAPwCcUREAREQBERAEReKuxGGEXleG8mkk8zRpQjKSitKTwW09qtSStaC5zg1o1kkADnJWpYhlgTcQMsPlO0nvN1DvnvLXKytlmN5Xl56AOYfco6SKi0X3RhqprSfBcc3uWG03KvyrgZcRgzO8EdJ0la1X4/UzXBfwG/JaNHfO3vrFovMcSitF5WivqcsF3LV/L3vDYZ3BsppIbNlvJHymzmjkvrH+9C3ShrYp28OJwcNu8HcRrBUWq9S1MkLg+NxY7k2jcRqI5CpI2LFe9ShhGp1o+a8G8/B7miV0WuYPlPHLZktopN+trjyHZ31sa9OooWinXjpU3iuXis0wiIhmC+SQNJ0L5kka0FziABrK13EcRMpsLhm7fyn7lr17RGktefYiE6igtZdxHFC7rYzZo27XfcFn2uuAd601bXQOvHGfojyaFq2KtKpObk+xffmY6U3JvE9KIisjOEREAREQBERAEREAReepqGRjhSODBvJt0b1r1dlfG3RAwyfSN2jvC1z5F42ka9otdGh+pJLZ28Fr3m0rCYhlHTRXAd1R+5unpOr1rTcQxaef37yW/JGgeTWvCouRR2i/W9VGOG2Xtlxb8DN1+VFTJoaRCNzdJ77tfRZYTSSSbknWTpJ5yiKJSVq1Ss9KpJt7fbJbgqKqLwxFERF6AqKqKQKLOYNlFLBZr7yRbibcEcjvv8iwaqpmSjXqUZadN4P7z7/B6t5KFBXxTt4UTg4bdhB3EbFeqZ2xtLnGw853DlUZ4d1UPDonFhHxhsHKNoWfqqp8pBeb2GzQBzBa1ptKpLBa5cvE6qx3jKtTblDB9/Y/v7eaV+vrnTHToaNQ9Z3leVfIKqqWUnJ6Uniybk28WfV1smBvvEOQkeW/rWsrPZOO617dzgekf6LZsLwreKfv6Geg+uZlERXRuBERAEREAREQBYjKWqfDTvfGeC+7bGwNrnTr5LrLrXMt3WgaN7x0AH/ReN4I1bdNws1SSeD0X7GlTzPeeE9xe7eSSekr4RFiOFeeIRFpmWmVlTQ1DI4mQua6IPPDbJe5kkGx40WaF6liZaNGdaahBYtm5oos4yK35qk8CT2icZFb81SeBJ7RS0Gbn4TbP2ea9yU0UWcZFb81SeBJ7ROMit+apPAk9ovNBj8Jtn7PNe5Kaoot4yK35qk8CT2icZFb81SeBJ7Re6LH4TbP2ea9yUkUW8ZFb81SeBJ7ROMit+ZpPq5PaJosfhNs/Z5r3JSV+lpi87htP3cqibjIrPmaTwJPaL2MzsV4FhDRAf8Ajl9qoVnUS/LWL3ajYoXNXcsaqwS2rXw8yZYow0WaLBfahfjaxD5mi8CX2qrxt4h8zRfVy+1VW7LWbxa817lyrNNLBJcUTQihfjbxD5mi8CX2qcbeIfM0XgS+1Xn/ABK37fNe5LoKnd5ompZbJx/XvG9t+gj71z/xuYh8zRfVy+1V+kzyYlE7hNhor2I0xzbf4qy0LNVjUUmstqMlOjOMk2dNIoVze52cQxHEKakmipGRydU4RjjlDhwIXvFiZCNbRsU1K2NwIiIAiIgCIiALUsvn6Kdvyi/zNHrW2rSsu3XkhbuaT0n/AEUZZFbe7wsc9uH9y9DWURFjONCizOr2XD3M30kqlNRZnW7Lh7mb6SVThmWV0fOQ38maUiKTeI7Gd9J9c78CmdkRkik3iOxnfSfXO/AnEdjO+k+ud+BARkikDEMz2NxC4gjnG3qUzCfBcWk94FaTXUE0DzHPFJDINbZGOY4f+pF0B5UREARFseTWRWJYhppaZ74726o60ceux/SOIDrbQLnkQGuIpfocwlc4XmqqWI7mCSXpuGq5VZgqwD9FWUzzueySMdI4XmQEOIt0yizY4vQgvkpzLENb4D1UAbSWjrwOUtAWloAiIgN5zJfDVD/H+zTLqpcg5v3EV9OQSCOqEEaCCIZLEFdKZP5SiS0c5DZNTXauFyHcfOsyoylDTX3kadS3UqdoVCeptJp9jxbWGx6tWOeWee1IiLCbgREQBERAFoeWr71AG5oHT/yt8UcZVPvVTcnBHQwetRnkU9+TwsyXfJcm/QxaIixnJhRZnW7Lh7mb6SVSmoszrdlw9zN9JKpwzLK6PnIb+TNKXca4cXcamdkEUTe6Dr54KWjdBLLC4zuBMcjoyRwDoJaRdQX+U2I9u1njMv4kB2asFlTkxSYnCYaqMOFjwXiwfG4/GjfbQeTUbaQQufch86dfRzxipnlqqQuAkbK4yOa0kXeyQ3ddo08G9jqtqI6dBvqQHHuWeTM2GVUlLMQ61nMeBYSROvwXgbNRBGwgi5tdYBdA+6OwxrqWkqbdfHOYr/QkY52nmMY8I71HmZ3JVuI1w6q3hU1O3qsgIuHG9o4zyE6SNoY4bUBuGarNOyRkdbiTOE11nRQHQC3W18o2g6wzdrveynGKJrQGtAa0AAACwAGoAbAri0LOdnDjwljWRtbNVyNuxhPWsbpAkktptcGwFr2OkWQG+ouP8Zy3xOscXT1dQb/FbIY2DmjbZvftdWMNysxKmcHQ1lUwg3t1ZxaedhJa7mIQHY6iHPRkLQGnlxBro6OoZpNhZk7jqaWj/FJ1OGvTwtGlvnyBz0MltDinAifbrZ2izHWGqRg967lGg31DbG2cvLmXFqi4uykjJEMfJtkfvefING8kDS0REBseQXZ1PzSehkUvqIMguzqfmk9DIpfVtYf09/ojjb/+aX0LnI2nJ7KbgWiqCS3UH/J5Dv59fq3WNwIBBBBFwQbgg7QVECzeAZQPpjwXXfETpG1t9ZbvS0WLS61PPu7/AL/0ZrtvlwwpWh4rsfavHvW3NeGUjovPS1LJWh7HBzTqI9e48i9CqWsNTOrTTWKyCIiHoUY4469ROfpkeU28yk5RRVS8N7nfSPrKhMob+kujhHa3wWHqW0RFA5kKLM63ZcPczfSSqU1FmdbsuHuZvpJVOGZZXR85DfyZpS7jXDi7jUzsiHvdJ9iUXdDvRlc+rsfKfJWixNkbKyMyNY4uaBI9lnEW1tIvoWucTuBdrP8AGZvxIDmrBcMmq54aeBvDlleGtGnbrJ3NAuSdgBK7Qhj4LWt18FoHQLLDZO5JYfh4P9jp44SRYu0veRrsZHEutfZeyzhKAiz3RFSG4bEzRd9Wwd5schJ6bDvr49zthwjoJ5yBwpqgi+0xxNaGg8znSdKjnPRlgzEatsdO4PpqYOa1wNw+RxHVHg7W9a0A/RJ2qWMw0odhEQGts0wPPw+F5nBASGTbWuN8rsafX1lTVOJPVJCW32RjRG3vNAC7EqY+Ex7Rrc1w75BC4mkYWkgggg2IIsQRrBCAtoiIAiIgCIiA2PILs6n5pPQyKX1EGQXZ1PzSehkUvq2sP6e/0Rx1/wDzS+hc5FFVVDDa9ja9r227rr5ViijMhhGLy0z+E03affNO0bOZSFheJxVDeFGdWsHWDy/eosWayShkfUN6m4i3vyPkjXffc2Hf5Fq2yzQnBzyaWfv6epc3TeFWlUjRS0oyeGHdj2rm1l26sySURFRHalqZ/Ba524E+RROzUFKGLutBMfoO6SLKMQoTes5m/n16a2S82vYIiKBQBRZnW7Lh7mb6SVSmoszrdlw9zN9JKpwzLK6PnIb+TNKXca4cXcamdkYTKXKiiw1jH1svUWPcWtPU5JLuAvazGm2hYDjewDtw+LVHs1rHuk+xKLuh3oyufUB0viee3B4h+iNRUnYGQ8Ad8yFthzAqK8uM69diTXQxgUlM4Wcxjy5zwdYfLYXbyAAadN1HiIApz9zhjbbVlE42dcVDBv0BkvRaPpO5QYsrk5jUtDUw1MJs+J97bHN1OYeRzSQedAdnLmXPVke+hrH1MbT/AGWpeXggaGTO0yRk7Lm7hyEge9K6AyWyip8Sp2VNM67XaHNPvo5ABwmPGxwv3wQRoIKyNfRRVEbopo2SxuFnNe0OBHKCgOJUXRGNZiaCVxdS1E1Lc+9c0TsbyNuWutzuKsYXmEpGEGpq5pwNkcbYL8hJLzbmsgIXyaycq8QmENJGZH6ydTWN+U9+po8+oXOhePE8PlppJIZmOjljdwXNcLEH1jaCNBBuuwsBwKloYhFSQshj28EaXHe9x0uPKSVpGevJihqKR9XM9lPUQt6yQj+83QuA0uudVtIOnVcEDmdERAbbmypTNiVLGCGl3VdJ06oJT6l0TRZPwMsXXkfvd1o8H77rn7M78L0fNP8AZ5V0uufvi8bTRqdBSm4xaxeGp4ttZ59mSaRFWGz1KnTTgnJaljrww15ZZvPDE8GMUofA9jQ0ADhAAW97p0DvLQ1JRF9ajusg6nI9m5x8+hW39H2jShVovsal/wBtT5J7znv6ooYSp1Uuxxe7Wub4FhSFkdhvUoQ9ws+SxPI34oWn4Bh/9onaz4mt/wC7t6dClCy6G8a2CVNeL9F68DD/AE/ZMZO0S7NS9XwwW9oqiIqg6kxGVL+DSzHkb/nb96jtb5lo/wDViPlPaOg39S0NY5ZnJ35LG0pd0Vzl/AREUSnCjDO1EW1cN/jUrTbcDNNbzKWsNpuG6596PLuUX57j+vQdyM9LMsPT/nRprbjwL65rL1+mltw5NkeLsX8s8J/aNB45D+JcdItw6YnHP9jtFVU1I2mqaaoc2dxIinZKQOAdJDSbBQciIAiIgCIiAz+SWVdZhcvVaV4F7B7HAujkaNQe24va5sQQRc2OkqeMmM82GVQa2pLqKXaH3fGT9GUDQP3g3vrmhEB2jR49RTC8NVTSjeyeN/mKVmPUUIvLVU0Q3vnjZ5yuLkQHTWUueTCqUOEDnVso0BsYLWXto4UxFrcrQ5QTlllhWYpL1Spf1jf7uJtwyMH5LdpO1x0nmAA1tEAREQG65nfhej5p/s8q6XXNGZ34Xo+af7PKumFyV+/NL6VzkbFL4Si03KuDgzB3y2+bR93StyXgxLChUuhB1Ndp/cI0/wCXyrL/AE3alZ7fHSyknF8MV5xS3ldfVllabI4wXWTTXHDk2feR2G9Sh4bhZ8lr8jBfg9Ok98LY18taALDQAvpdXVqOpNzfaTs9CNClGlHJL7e/MIiKBmNYy4f+jjbveT0AD1rS1tmXjtMA3B56Sy3mK1MhYZPrHHXu9K1y2YLyT9QqxsLiANZVFkaGLgi51nyLHVnoRxNKhS6WeHZ2/e3I9cLA0Bo2KHM9R/XYO42elmUxByh3PMf12HuRvpZlpWZfnJvbyZ1FkklNJd3oR8iIrctgiIgCIiAIiIAiIgCIiAIiIAiIgN1zO/C9HzT/AGeVdMLmfM78L0fNP9nlXTC5K/fml9K5yNil8IX1A6zgf96V8qiqIzcJKazTT4azI1iZdFbjdcAq4vocZKS0lkzTCIi9BpOWrrzRjdH5yfuC1whZ7Kx16h43Bo6WArC8G61W+szjbw61pm9vLV6CmiubnUPOveCrLBYWC+wVq1HpPEnRiqccC8Codzy9mw9yt9LMpdBUQ54uzIe5W+lmUrMsKi38ixsUvzo7+TNCRFOMfufwQD/1E6QD2Hv/AIysi+IORTn+b6P2ifE/6yfm+j9onxP+sgIMRTn+b6P2ifE/6yfm+j9onxP+sgIMRTn+b6P2ifE/6y03OVm3GDRwSCqNR1V7m26h1K3Bbe9+G66Aj5ERAEREAREQBERAbrmd+F6Pmn+zyrphcz5nfhej5p/s8q6YXJX780vpXORsUvhCoqoqYynsoj1tt3rXqXgonWdbf6l712l01ekskdnV4Zf+cDVqLCQREVkQI/x83qJjygdAH3LHtC9WKvvLId73HyleS6r88WcdWa6WT2vzZ93Vbr4ul1HAjpF26iLO/wBmQ9yt9LMpZuolzu9mRdzN9LMstBddG/d7xtEd/JmiroSLPzh4AH9lq9AA/wALYP3lz2i3TpDoXj8w/tWr/lfiTj8w/tWr/lfiXPSIDoXj8w/tWr/lfiTj8w/tWr/lfiXPSIDoXj8w/tWr/lfiWjZ1s4tNi8VPHDDNEYpHOJk4FiHNtosSozRAEREAREQBERAEREBuuZ34Xo+af7PKumFzPmd+F6Pmn+zyrphclfvzS+lc5GxS+EKiqipjKVidYg8qyqxCyULrgFdFcFbXOk9kvR+hhrLJl1ERdIYCP8YwiaEucRwmE34Y1eDs/wB6Vi7qU1r+KZMxyXdFaJ+7W097Z3uhYJUsPhKG1XTJYyovHY89z7d/FmnXS6uVlHLC7gyNLTs3HmOoqxdYcCleMW09TLl1HucXJusq6mOSni6owQNaT1WNvXCSQkWc4HU4Lf7r6uvYvReKM1C0SozU44Yrv+0Qp+QmKdrj6+H8afkHina4+vh/Gpruq3U+mlsN9XvX7o8H7kNQ5vMWffg04Nv+4gH/ANr74s8Z7VHjFP7RTxhDetJ3nyD/AJKyAVdWvGrCbiktWx+5cWavOpTjKWGL7vLtfZgc78WWNdqjxmn9oq8WONdqjxmn9ouiQvoLA71r90eD9zZUmc6cWGNdqjxmn9oq8V+Ndqjxmn9oujQgUHe9oXZHg/ckc58V2Ndqjxmn9oq8V2N9qjxmn9oujQvsKLvm0d0eD9yeBzfxW432oPGaf2icVmOdqDxmn9oukwqhQd92nujwf+RLQRzZxWY52oPGaf2ipxV452oPGaf2i6WCBRd+Wnujwf8AkS6NHNXFXjnag8Zp/aJxV452oPGaf2i6XRR/HbV3R4P/ACPeiiQfm4yCxSjxGmqKmn6nCzqvCd1aF9uFDI1vWteSeucBqU4oi0LXa52menPDHDDVvfa33k4x0QiItUkUXtoXaCNx868avUbrOtvCsLrq9HaoPv1cdS88CFRYxMgiIu2NUIiICzUQMkaWvaHNOwhatimSpF3U5uPkE+Z23mPlW3ooyinma1oslKusJrf2rf8A7RFbwWktcC1w1gjSOcL5upHxLDIqgWkbc7CDYjv+o6FqOKZPSw3cz9LHvAtYco9Y8iwyptHO2q7atHrR60dme9eqMPdVuvgFVuseBXKWJsOHtHU2gWNhc869IWrNcRpBIPJoXsixGVu3hc4v5VWVbFNtuLx8dXuXlnvSnGKjKLWGrVry4M2AL6CxMOMD47S3v38iydJM2UEx9dbXZpFr6r9C0alnqxzi+ZaUbVRq6oSWPdk+D1+RdCqFQL6C1GbiPoL6C+QvoLGzIj6C+gvkL6CxsyFQqhUCqFjZNH0qqiqokgiIgCKiAIAqsdYg7irzKZx5OdXmUjRr0+RWNC7LXUacY6O2Wryz8iDnFHo4Q3oqdSbuVF2OnW7o8X7Gtgi4iIsh4EREAREQGExTJ+Ge7gOpybwLgnlbt5xYrTsRwuanNpG6NjhpB5js5jYqTFbkY1wLXAEHWCLgjlCg4Jlba7spV+surLvWT8V657SK7qt1t2K5LNN3QHgn5J0g8x9R0LWHUcokERYRITYNOsnkO5YZRazOctFkrWd4TWeTWtP+dmGOwrQ0r5ntjYLuPQBtvyBSFh1CynYGM5ydpO0lWMFwttMy2gvPvnbzuHIFlFmhDR1nRXdYegjpT+J+Wzx7/XDXakhY73zQe9615ZMNYfekt8q96LHVs1Kr8cU+fHMszEvoHjV13MbededzCNYtzhZ5FXVbmpS+CTXmvR+Z6mYMKoWUfSsOy3MrD6H5J6R61V1botMPhwl4P3wMimjxhVCuPpnjZ0L4CqqtOdJ4TTXisOZlTxyKorrKd52WXoZSDab+RbVC7bTWyjgu+Wr+eCYc4o8QCvMpnnZbn+5e5jANQsvtW9C4YLXVk3sWpcc35GN1X2I8rKRo1m/kV9rQNQsvtFcULLRofpxS58Xr8zE5N5hERbB4EREAREQBERAEREAREQBeKp/vqf8Aif5QiLx5EZ5b4/3I9qIi9JBERAEREAREQBfHxu8qIvXkvqQLiIiPMBEReAIiIAiIgCIiA//Z"/>
          <p:cNvSpPr/>
          <p:nvPr/>
        </p:nvSpPr>
        <p:spPr>
          <a:xfrm>
            <a:off x="155577" y="-136524"/>
            <a:ext cx="296863" cy="29686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500" b="0" i="0" u="none" strike="noStrike" cap="none">
              <a:solidFill>
                <a:srgbClr val="000000"/>
              </a:solidFill>
              <a:latin typeface="Arial"/>
              <a:ea typeface="Arial"/>
              <a:cs typeface="Arial"/>
              <a:sym typeface="Arial"/>
            </a:endParaRPr>
          </a:p>
        </p:txBody>
      </p:sp>
      <p:sp>
        <p:nvSpPr>
          <p:cNvPr id="430" name="Google Shape;430;p57" descr="data:image/png;base64,iVBORw0KGgoAAAANSUhEUgAAAOEAAADhCAMAAAAJbSJIAAAA81BMVEX///8/Pz8h14n3xzyi424sv+vMzMwyMjK16YtWzO+n6nArxfM9Oz4/PDs7PD8f3o3/zTxRYEc9V2I7XUxkWT83NzfUy9DJzNSHh4cqKirf398XFxemw6P8xzCkz2cbv/Bu3Xxx0bMhISHS0tLv7+8eHh60tLTHx8dXV1e9vb0mJia46oabm5tzc3OlpaV8fHyL28FGRkaOjo5kZGTm5ubz8/MNDQ3o+N3N8LJiz/Cr5nxTU1NtbW2srKztznvdz6u765aT3fTP7/vV8r9feE1HXFU6antSWFE6XUw4c1Z/bT472pb3zFNt2Kak1L6A163pzovy4uObAAAIIElEQVR4nO3d+7uaNhgHcNl2yE5Xe08LONsVRJEiztvpRe1pd+3W067//18z1HMhEd5EDgng835/2rOzYD4mhBAia7UwGAwGg8FgMBgMRlFev/nwo6K8+vVUVd5+/E3W9+GVKp9S4QYpZfz9nTqfauHp6UcJoMIG1CAUE18rbUENwlNRR1U2xGgTvhU0odo+qkMoaMQ3u2q8+0FV7rx8caIsOyF8Jm466StlPNXCnRHupglQXftpEG6NAqFaoHrhiUiotIvWQqgYqEF4AgtVN2H1QsVnoRbhCShUDUQhClGIQhSiEIUoRCEKbyu8U0pevvipjKgQ3vnjYRn581EZ+QsiFhY+vFtK2mXkkSKhUZegEIUorD4oRCEKqw8KUSgtpMQm1Jhssvtn2j64spQSYichhMiX1iW0Z2tvPu/1FotFrzd3vGE0DhLnITzbGEV903Mcb9CPrBm1aZ2EdJBxgMUgWoaSSGqPTa60FxkySD1CMs87SC9eEnE1KZkuskqbKyLsrVqEdlYLXmcwswWVJIGTV9gLRJ1Ah5DOwOMkxglYTWJBhaeC70eHkKwFwlbLAqpJpnDZNdyKOoS2JxS2+rnVhFtwkxgkahHmnkWpmDnjjbCLJxlDY1VthK1BdkclEoUXzRC21llEEkkVBfppjYStUUZTUKmSvWa0YWu+L5Rrwuwvp4bCVrTX2ezcyRAbYDitlXCvEelIsuSgVsJpMLKi4Txrosl3NtLnv4PYGlvTqM9/Z17+jKEC4di17dB3J+P92eqQawrKddK174ZJ4dD3J2uwYLVCa3MHm8T2Db6JeiFbuYD9s9chV7Fd9pi1GmmuhEk6/ISFrSjlJmyjm5LET387NbtaWOl6jtljrhgidxoufJIKTZ3Io3pd8dNC4rJnGtvbCDtlHzJCO7gmTn1g2lbFSJMW+uzaRMRUlRtopiFhiJdN7AUutExQRRsSo71ZNdsJ2QGVvXJzU7Yg+WoobSeFL0v79soaTzqbf10v4WV12pt6+mxHnLJVZT/QTkN2yN3SYl2F22qGrby/JeEuFmfsSZoOsB5VrdAIuStikK4qXTF/m3eYmtO0MB9YrZBQ/pLPXPEpeylxWKEh14QVCqlNoh53SIcVshd8z+XqfnNpBICVXQ/pcpqxiBozE2jK3hzuL3NQsa8S4TAemk7mEnZryY4lIuGm/rVY85a+P/RcVhiz38whz3FqKlzZTIscn3DQYQ1E+h6wIcKFQY5cuAqPXDj1+YH/yISWvzf54m6Amy1crPz9a/cxtaFphBnz5+MRzkedzOnXsQgd68zOvgU6CqETB/7V6ste3Ro/p3GG44nt2vm3QJwQeDZRM6HXX8fWjJ51/PSiW9azQ+7eojHC8Zkbhmlc3jIEZTdhmI0RWrwu7yaWv8cXbSyqsTDnLpZ7eug0VZi/j5LbaNJrphBcZFmyHxhC/22dhNfPLahoUyK3qp9ReypciKrmuYXs/mDCrletOAwls6gfj9qwseI1bzhcQW7DBZnt/ryY1m1f2wFC9tGbyQw15GZFvA+NQbUWctM2ZvtaOz0M7W/EaYiQ306T7o7sls5JU4UT9hPnNyMUZZ8tTvOPWWuh4XJ3Jaaxu9LYZMQ94of207wAAgp/AVKWMOY/1Ov3+8PB3u0YMGe9+/fPQEDhd/m5/6kcIQlyPpsPcGd170kXSGHh43KEtCP5QCDKP+a9Jw++z0/lwlC4jX0XfrrTGKFBzvjHxJmZA9fDugvtcc6nM4HmbTUXUuKaOR+fyhza9VV7ITGyH4ins4R+w6ZDSNhmAHad72ezQ08EHIP72rQI2VXBA3zbRgwFv5pJgFULDWZ6mfPbmHwhCQNgQO3NXHhPlBYhM/kSrl2w2U5D7WFeJeLdymvVQnp2sztoFB72C+f2dqrdCbKG1F7c9oXrWXqExI12I6IXhOLftbK53GbpLyNmSO458cp2gRVzzULi0tF6GAWbPnUY8Hr7mu26xsyK+8N+HFmzJXVvHuqAxXUJtzUUnjMgcXtChq67OQ6zqAx3Cn1C8CGMLDErgl6vRchU8bChVEwUldUjpAfUKDM0zyf+vvQIUzUsBMwzyvQHTcKrChbpoteHYJGyMwddws1TlANnM9nKXQ4ook9YVVCIQhRWHxSiEIXVB4UoRGH1QSEKUVh9UIjCA4S0eJogpPZybBXNaFJsi7dOIZlJvB0SyGBSuB01repLvlgOyLjoWrKeJzOSO5vAzAq2op42FG8YEcepsZAKXiIrmYKNqGW3CfiiZOnAr5qtVCj91gg4BX9hqUV4uyvFVfJfNVy5UOJd0DIB3xZcrVDmZcfiLIBfHFQtNPK3NB0Q6FcjlQupK/kqWSAD/i1R9RKS8LatGHeKPiHXtZ/GD2LPKRozmuy9+KR2QmK7fqdodi8lqLvw9jn8/9qiTyjYtiWZYsAK9kQVTdFbYF33+JUBde+J0g/UuNZGiyNvtdiG66UoRGH1QWFhYSm5V0bUCP95XEI+PXxSRv5VIfzufil5/qCUAMDiwnLyvAtVrpSgEIUoRCEKUYhCFKIQhShEIQpRiMLW5yMQXoDCL0cgfA8Kv95vvLB7DgpN5d1UufACflWaqbwRVQu75wLh0/8UExULu9+eCYTKiWqF3W+mCQu9hPj1s0qjQuGD7sX5M9OE94U65iZfv6gbcNQJL96fb2sP7+3tDbb/0VOFeaYu27oPBO8O9cymR7R5+bIRmxtREyZnYrOJ+6+UPjKiDDDpqF5TjQNP6g3FG6PTxAHHc2R9GAwGg8Fw+R+lY6foTIRxXgAAAABJRU5ErkJggg=="/>
          <p:cNvSpPr/>
          <p:nvPr/>
        </p:nvSpPr>
        <p:spPr>
          <a:xfrm>
            <a:off x="155577" y="-136524"/>
            <a:ext cx="296863" cy="29686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500" b="0" i="0" u="none" strike="noStrike" cap="none">
              <a:solidFill>
                <a:srgbClr val="000000"/>
              </a:solidFill>
              <a:latin typeface="Arial"/>
              <a:ea typeface="Arial"/>
              <a:cs typeface="Arial"/>
              <a:sym typeface="Arial"/>
            </a:endParaRPr>
          </a:p>
        </p:txBody>
      </p:sp>
      <p:sp>
        <p:nvSpPr>
          <p:cNvPr id="431" name="Google Shape;431;p57" descr="data:image/jpeg;base64,/9j/4AAQSkZJRgABAQAAAQABAAD/2wCEAAoHCBUREhgQERIVERQVGRIYFBQSDxEYEhkWGBUZGRkZGhocIy4lHR4uHxgZJj4nKy8xNTU1GiU7QDs0Py41NTEBDAwMEA8QGhIRHDEhISE0MTQxPzQ7MTQ4ODo0MTQxMT80PzQ1NDExQDcxMTQ8Pz8xNDQxQDw0NDE0MTQxMT8/PP/AABEIAHMBtgMBIgACEQEDEQH/xAAcAAEAAgIDAQAAAAAAAAAAAAAAAQcCBgMEBQj/xABKEAACAQMABQUJDQYGAgMAAAABAgADBBEFBgcSIRMxQWGyIjVRVHFygZGxFRYlMjNzg5OUobPR0hQjJFKCwTRCU2J0khekQ2Oi/8QAGgEBAQADAQEAAAAAAAAAAAAAAAEEBQYCA//EACgRAQABAgQEBgMAAAAAAAAAAAABAhEDITFxE0FSkQQSIjJRsSMzgf/aAAwDAQACEQMRAD8At25uAg8JPMJ5tSuzc7HyDgJx3FfecnrwPIJgHmh8V4irEqmIm0Q+tHlhlEx3pOZhPd0xEQpERAREQEREBJXnkQvPLGqPnS6+Ufz6naM4pyXXyj+fU7RnFOrp0YyYkRKJiRECYkRAmJEQJiRECYkRAmJEQJiRECYkRAmJEQJiRECYkRAmJEQJiRECYkRAmJEQJiRECYkRAyVypypKnwqSD6xNs1b1/u7Jgr1GuqPTTrOWcD/ZUOSPIciajED6g0Jpale0FuaDbyOOngwI51YdBESmtlusws6tWlWY8i6b46qiso4DrVj/ANRIkLrL35IedYPMg852aHxjEVlrprde21/VoULgpTXkt1RSoNjepIx4spPOSefpnh+/3SPjR+z236JjtCPwnX+h/ASbBoPZZVu7andLd00FVA4Q0XJAJPAkNx5pucLCw5opvTGkcofeJyeF7/dJeN/+vbfoke/7SXjZ+z236Jth2NVvHaX2d/1TxtM7Lr62U1E5O5RQSRRZxUwOfuGAz6CZ9ODhdMdoW8vM9/2kvGz9ntv0R7/tJeNn7PbfomskY4HgRwII4g+Cd/Quhq97U5G1pmo3OcYCqPCzHgojgYXTHaC8/L1/f9pLxs/Z7b9Ee/7SXjZ+z236JttjsaqsoNxeJTbpWlRZwP62ZePomN/scrqpNvd06rfyVKTU8+RgW4+gRwMLpjtBeflqnv8AtJeNn7Pbfoj3/aS8bP2e2/RPH0vomvZ1DQuabUnHHB5mHhUjgw8k6McDC6Y7QXn5fQ+qF89xY0a1Zt92UFm3VGTnwKABPZXnmuahH4Mt/MHtM2FTxnO4sWxJiPl9onJ863Xyj+fU7RnDOW6+Ufz6naM4Z09OjHTEiJRMSIgTEiIExIiBMSIgTEiIExIiBMSIgTEiIExIiBMSIgTEiIExIiBMSIgTEiIExIiBMSIgTEiIExIiBkGI5uETGIF9BpO9ODek700s0NXFantfz8JV/ofwEl6bP+9dr80vtMonX0/CVf6H8BJeuz8/Bdr80ntM2uH7Y2hs6M6Y2hWmk9q19Sr1aS07YqlSqi71GrnCMVGSHHHAm/7PdcDpSkxqU1p1qRUOEJ3GBGQy54jyEnyzRtI7JrurXqVVr24V6lRwCam8A7lhnuefjN+1E1RXRVFkL8rVqEM7hd1eAwFUeAffPb0rDavoIU9JJyCgG7VW3Bzcpv7pPVngZbequgaWjLQUlwCBv16hxlnxlmJ8AxwHQBK+07pind6x2lKmwdLd1QsOKl8szDrwQB5czd9o1V00XclM53MEjnCkgMfVA0TWLa7U5RksKdPk1JAq1lZmfHSqggKPLn0Tk1d2usXCaQpIEY45agrDd62VicjrB9EqSIG5bRNbvdK4C0xi3o5FLh3Tk/Gcnn48wHg8s0+YxAvrUVvg238we0zYVeaxqO3wdb+aPbNgV5oMWn8k7vPEs+f7r5R/PftGcczuj+8fz37RnHOgjRUxIiUTEiIG0aN1DvrmklxSpoUqDeQtVAOM44jHDmnZ/wDGukf9On9ePylsagH4Ltfmx2mnjay7RUsLprR7Z6hQIS61EAO8ueYiS5ZWV/qPf0FLvau6jiTSKvj+kHePoE13M+jtWNZqGkqZqUN5Sh3XRxh1JGRzcCD4RNC2w6BSmEv6aBGd+TrboADMVLIx6+5Iz5IuWVdEw3x4R6xJBlGUTEtjnkBweYj1wM56mhNXrm9P8NRd1HAue5pg+eeBPUMme7s61S90Kpq1gf2ekRvDm335wmfB0n1S6bu6oWVDlKjJb0KYA5sKBzBVUc56hxMXSyoE2V3xGWagp8HKMfvxPM0zqFfWlJ69Smj00BZ2p1Qd1Rzkg4+7M3y52tWytinQrVF/nO4mfQePrnW03tCtL2wuaA36NV6NRVWoncsxHBQ65GfLiTNcld6q6IW+u0tXcor72WVQSMKTzHyTdNYtmlK0tKt0t1UdqSFgjU0APEDBIPXNd2Z99KP9fYMt/X7vXdfNntLA+d4kojNwVS2OfdUn2TFhg4IwRzgjBlExIgcTgcT4BzwJiZNSZRlkZR4WRgPWZx5gZRMScSA4PSPXAziApIyASBzkA49cxLAc/D0wMomIYHm4+mciU2YbyozDwhWI9YgYxMczNKbNxVWYeFVYj7oERIiBMSIgTEiIExIiBd+9J3pw5k5mr8rQxWqTXo/CNb6H8FJe+z/vXafNJ7TKG1574VvovwUliaq7SbK1sqFvVFXfpIqPu08rkE8xzNhR7Y2hvML2U7Q6ukdrlxSrVKS2lEim9RAxepk7rFckDyTXNObS767Q0wyWyMMMKCsGI8G+SSPRNU0nXFSvVqrndepUdc8+6zlhn0GdWent2tGXjW1ancL8ak6OB5pzj1T6at69HSVoHGHo3CEMB4GGGXqIPsny3Nk1R1zuNGORTIqUXOXouTuE/wAyn/K3X09MDv6wbOb61qMKdJrqlk7lSngnd6N5ecN65yau7Nr26cctTNrS4bz1MbxHSETpPlm/2W1uwdc1VrUW6V5PfHrUzi0ltds0X+Hp1a7dAZQi56yejyQK0111Qq6LrbpJqUXzyVbGM/7WHQw+/omtT2dZ9Za+kqvK3DdyOFOkuRTRf9o6T4WPE+TAHiwLv1Kb4PoeaPbPfV5repjfwFDzR7Z7qtNPXT653YFVdqpUXdfKP579ozinJdfKP579ozim6hmJiREPSYkRA+itQO9lr82O00qfaijHSlTCk9xR5lJ/yCWvqB3stfmx2mnPpHWaxtqhpXFzSp1FALI+d4AjI6PBINQ2P6HrUUrXFVGprV3FRXUqxC5JbB4gccTsbZbtVsUo57t6yFR07qI5Y+sqPTO5pTaXYUVPJO1y+O5WmjBSetmAxKh1k1graRrGvXIHQiKTuIn8o8PWemBdeo13SvbGnWNKkXUcnV/dJ8dMA9HSMN5GErDanooW2kGdFCpcIrqAAFDKAjgD0Kf6p6Wx7TPJXL2jnCVwGQHm5RB7SvZHgmybYtG8pZpcgd1Qcbx6dx+5PoziOZyeJsb0OtR693URXVQtFA6gjJIdzg9QQZ6zOfbFfJTWlZU6aIz/AL2oVRAwQEqg4DpYMf6JuOoOjRaaOoow3WZTUfPhfuuPoIlKa5aW/bL6tXzld7cTzE7lfYT6Y5nJdezyzFHRlsAMGogqt1mp3fsIHold7YNKvUvFtc/u6KK270F3Byx6wOHpMszUmsKmjbRh0W9BPSiBD96mVRtasmp6RNQjuKqIynoJXuWHsiCWkxIiUbXsz76Uf6+wZeOnNGi7tqlqzlFqqFZhjeC7wJxnpwDKN2Z99KP0nYMuPXau1PRt06EqwpNgg8RnAP3EySQ4NB6Q0ZTcWNpUtwy5UIhUuxHP3X+ZvTOPXbVWje2zkIqV0Vmp1FUBsgZ3Wxzqcc0oXRtQpWpMh3Sr0ypHQQ4n1BWHBh1N7IHytUJCk8xAPrxL8raR0Toocn+4psMZRKe/U8pwCcyj1tHrXBo0kLu9RkVRzklj93TnoAJlo6L2UUwu/eXDux4utIhUB6e7bJPliUhtmhdaLDSLGjRZXcAncqUCpKjnIDDj6Joe1HVClbKL61QU0ZgtamvxAzfFdR0ZPAjm6fDnatA6A0TaXKfs1ZHuRvBV/bQ9Tm49wreDwidnaaoOi62ejkyPLviFVvskpq+kirqrjkKxwygjO/T44MtnWDVyjd0f2c00RWekzlEVXKI4YqCBkZxj0yqNkHfM/wDHrdunLM2haRe10bWq0mKudxFYc677BMjr4xOpDHWFbWno66oUeQQpbXIVENPeBFJ8DA45mp7GKCPTud+mj4enjfRWx3B5siVR056TnJ6TnnyZbexP5O58+n2DA2jWfQFnUanc3fJ06FvyhZSqojs+5u75HOBunh05np6E0haXNM/sj0qiJhStNVwvgBE0TbZXYU7amCdxnqswzwJRVC5/7meLsaqEXtRAe5aiSw6CVdcdo+uBvGndQrSvcpduFpU0DNcIoCo+BlSf5enPhE9bQelbCrmhZ1KDbg4pTC8FHDOOkTyNq9wyaMqBDu770UbB/wApYEj04x6ZVezyoU0pbbpxvM6nrU02OPWB6oFjbUdWaVS0e9p01StRwzlFA30yAwYDnIznPUZS0+jtdBnRl3/x7jsNPnCIJTEiJRMSIgTEiIF1b0b04syd6YPlcx5lU68H4QrfRfhJPBnu67H+PrfRfhJPBmVT7YdHg/rp2j6TEiJ6fVMSIgTEiIExIiBc+pzfwNDzR7Z7itNf1QP8DR80e2e2rTX10+qWmrq9c7qUufjv579ozjmdz8d/PftGcU2TbQyiYxD0yiYxA+itQO9lr82O00qXan30q+ZR7Anb0JtLrWlvTtUtaTrSXdDNUcMRknJAHXNY1j001/ctdOi02cICqMSo3VxzmB5sTGIHYsLx6FVK9Pg1N1dfKp5vIRkemfRtQU9JWPA5p3NIEHHEbwBGR4QejwifNWZfey2jUTRlPlDwZqj0gRxFNmyvoJyR1GSSHZ2g6XFlo6oyHdd8UaIHQzgjI81Ax9E+fBw4SwtsOmOVuktVOVoKWcf/AGP/AHC49cryWElbGyTWdAnudWbdbLNbljwYHiyDrzxA8s3zWXV6jpGjyNcHgco64FRGxjKn+3MZ82KxBBBIIIIIOCCDkEHoM3fQu0+8t1FOqqXajgOU3kq/914H0qT1yWW707jZFXDHk7uiydBqJUR8dYXeB9caR2aJaWVxc1rg1qlOk7qqJuUwwHAnJJb7vJO1/wCYOH+B4+D9p4evc/tPB1i2k3F5Se2WjSoUqilXALvUKnnAY4A/65jMydPZn30o/Sdgy39fz8F3XzZ7Syh9XtMNY3KXSItRk3sI5IU5GOceWbTpvaZWu7epava0kWqu6WWo5YDIOQCOqBpdmf3iefT7Yn1FV5m8h9k+WaT7rK/PusrY80g/2littduDkfsdHjn/AOWp+UskPP2ZlPdju/5bncz/ADbwxjr3d6WbtB0TXvLFqFqe7L02ZS+7voud5M83OQcHgd2UDRvHSqK9NilRXLqy86tknh65Y9lteqKoFezV2A4tTqlVY+HdKnd9Zkkh2Nneo1xbXQu7tFohAwRN5S7M3DOF4AAdfHwTa9pfeuv5KfbEra72l3VS5SvyaLTpFilurtusxGN5352Izw4AdUjWDaPWvbZ7V7amivu5dalQsMEHgCOqBnsg75n/AI9bt05v+1fvVU8+3/GSU/qtrA+jbj9qp01qNuOm67Mq4Yqc5Hm/fPb1m2h1tIWzWr29OmrsjF0dyw3GDDgR1RYu02WzsTP7u68+n2JUk2fVHXKpoxXSnRSryjKxLs643RjhgSpDcdtvNa+W49lOeNsc/wAe/wAxU7aTxdbtcKmkxTFSilLkuUxuOzZ393Ocj/bOpqrrE+jaxuEppVZkZN12ZRgkHOR5sHNbW17vW3ztDtGVbqD30tfnG/Ded/WfaBV0jbm1e3p01Lo+8juWyhyBgia5oTSTWlzTukQO1JiwRiQpypXBI86RX0Frn3tu/wDjXH4bT5xm+aW2oV7q3q2zWtJFrI6FlqOSodSpIBHE8ZoMsJLKJjEKyiYxAyiYxAuTMZmGYzMWzk7qt11/x9X6L8FZYGq+rmhqtlQqXVSiK7KDUDXgRt7J51zw6JXuun+Pq/RfhLPCn3jSHUYH6qdo+l6e9TQP+rQ+3p+qPepoH/Vofb0/VKLwIwJX1Xfc6raCCOVq0N4KxX+OQ8cHHDelIiRgRAyiYxAyiYxAuLVI/wAFR83+89oNPC1UP8FR83+89kNMSqM5c9i1fkneVN3Px389+0ZxTkuPlH89+0ZxTNb6NExIiHpMSIgTEiIExIiBd+p+rVhcWFtWrW1F6nJpvMw4lhz7wBwT5RPU1q1wttHUiquj193FKgjDIOMKWx8RB/bhPn1HK/FJXPPukjPqkSWLue6uXq1Hq1GLu7M7selmOT6OqcMiJRMSIgTEiIExIiBMSIgTEiIExIiBMSIgTEiIExIiBMSIgTEiIExIiBMSIgTEiIFyXFMo7IedWZT6DiYZm1616GJJuKS73+oo5+HSB09c1HM+E02cv4jBqwa5if5s4K2j6LsWejSdjjJakrMcDAySPABMPcm38Wo/U0/ynazJzI+cYtcaVS6vuTbeLUfqaf5R7k23i1H6mn+U7WYzC8avqnu6vuTbeLUfqaf5R7k23i1H6mn+U7eYzJmvGr6p7up7k23i1H6mn+Ue5Nt4tR+pp/lO3mTmM141fVPd1Pci28Wo/U0/yj3ItvFqP1NP8p28xmMzjV9Upo01RQqqqgcyqoCjyATMGYZkgzzZIqzU/cn94/nv2jMJlc/Hfz37RnHMt1FOjKJjEPTKJjEDKJjEDKJjEDKJjEDKJjEDKJjEDKJjEDKJjEDKJjEDKJjEDKJjEDKJjEDKJjEDKJjEDKJjEDKJjEDKJjEDKJjOS3oPVdadNGqO5wqIpLE9QED2dU9X30jXagg+IjOfAMMqgf8A6PqMS7tmuqPuZbE1cG4rYaqQchQPioD04yfSTElyzcTNb1i0XR3eU5MB/CCwz5QDgxEk6MTxsROFVs0dueRET5OZkiIgJMRIpERIqYiIVMCIgjVUFz8o/nv2jOOImS6ynQiIh6IiICIiAiIgIiICIiAiIgIiICIiAiIgIiICIiAiIgIiICIiAiIgIiICIiB29G0VeqFYZGRwyR7J9J6r6uWtmga2t0ps3xn7pqh4fzsScdWYiSSGwxESK//Z"/>
          <p:cNvSpPr/>
          <p:nvPr/>
        </p:nvSpPr>
        <p:spPr>
          <a:xfrm>
            <a:off x="155577" y="-136524"/>
            <a:ext cx="296863" cy="29686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500" b="0" i="0" u="none" strike="noStrike" cap="none">
              <a:solidFill>
                <a:srgbClr val="000000"/>
              </a:solidFill>
              <a:latin typeface="Arial"/>
              <a:ea typeface="Arial"/>
              <a:cs typeface="Arial"/>
              <a:sym typeface="Arial"/>
            </a:endParaRPr>
          </a:p>
        </p:txBody>
      </p:sp>
      <p:pic>
        <p:nvPicPr>
          <p:cNvPr id="432" name="Google Shape;432;p57"/>
          <p:cNvPicPr preferRelativeResize="0"/>
          <p:nvPr/>
        </p:nvPicPr>
        <p:blipFill rotWithShape="1">
          <a:blip r:embed="rId3">
            <a:alphaModFix/>
          </a:blip>
          <a:srcRect/>
          <a:stretch/>
        </p:blipFill>
        <p:spPr>
          <a:xfrm>
            <a:off x="9580951" y="6040102"/>
            <a:ext cx="2592012" cy="805375"/>
          </a:xfrm>
          <a:prstGeom prst="rect">
            <a:avLst/>
          </a:prstGeom>
          <a:noFill/>
          <a:ln>
            <a:noFill/>
          </a:ln>
        </p:spPr>
      </p:pic>
      <p:sp>
        <p:nvSpPr>
          <p:cNvPr id="433" name="Google Shape;433;p57"/>
          <p:cNvSpPr txBox="1"/>
          <p:nvPr/>
        </p:nvSpPr>
        <p:spPr>
          <a:xfrm>
            <a:off x="304008" y="1368180"/>
            <a:ext cx="11034000" cy="1938962"/>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000000"/>
                </a:solidFill>
                <a:effectLst/>
                <a:uLnTx/>
                <a:uFillTx/>
                <a:latin typeface="Arial"/>
                <a:cs typeface="Arial"/>
                <a:sym typeface="Arial"/>
              </a:rPr>
              <a:t>Batch Inference via </a:t>
            </a:r>
            <a:r>
              <a:rPr kumimoji="0" lang="en-US" sz="2000" b="1" i="0" u="none" strike="noStrike" kern="0" cap="none" spc="0" normalizeH="0" baseline="0" noProof="0" dirty="0" err="1">
                <a:ln>
                  <a:noFill/>
                </a:ln>
                <a:solidFill>
                  <a:srgbClr val="000000"/>
                </a:solidFill>
                <a:effectLst/>
                <a:uLnTx/>
                <a:uFillTx/>
                <a:latin typeface="Arial"/>
                <a:cs typeface="Arial"/>
                <a:sym typeface="Arial"/>
              </a:rPr>
              <a:t>Streamlit</a:t>
            </a:r>
            <a:r>
              <a:rPr kumimoji="0" lang="en-US" sz="2000" b="1" i="0" u="none" strike="noStrike" kern="0" cap="none" spc="0" normalizeH="0" baseline="0" noProof="0" dirty="0">
                <a:ln>
                  <a:noFill/>
                </a:ln>
                <a:solidFill>
                  <a:srgbClr val="000000"/>
                </a:solidFill>
                <a:effectLst/>
                <a:uLnTx/>
                <a:uFillTx/>
                <a:latin typeface="Arial"/>
                <a:cs typeface="Arial"/>
                <a:sym typeface="Arial"/>
              </a:rPr>
              <a:t> Application: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000000"/>
                </a:solidFill>
                <a:effectLst/>
                <a:uLnTx/>
                <a:uFillTx/>
                <a:latin typeface="Arial"/>
                <a:cs typeface="Arial"/>
                <a:sym typeface="Arial"/>
              </a:rPr>
              <a:t> </a:t>
            </a:r>
            <a:r>
              <a:rPr kumimoji="0" lang="en-US" sz="2000" b="0" i="0" u="none" strike="noStrike" kern="0" cap="none" spc="0" normalizeH="0" baseline="0" noProof="0" dirty="0">
                <a:ln>
                  <a:noFill/>
                </a:ln>
                <a:solidFill>
                  <a:srgbClr val="000000"/>
                </a:solidFill>
                <a:effectLst/>
                <a:uLnTx/>
                <a:uFillTx/>
                <a:latin typeface="Arial"/>
                <a:cs typeface="Arial"/>
                <a:sym typeface="Arial"/>
              </a:rPr>
              <a:t>In this approach, the deployed model receives input data in image format, typically through a user interface. Users upload an image in jpg , </a:t>
            </a:r>
            <a:r>
              <a:rPr kumimoji="0" lang="en-US" sz="2000" b="0" i="0" u="none" strike="noStrike" kern="0" cap="none" spc="0" normalizeH="0" baseline="0" noProof="0" dirty="0" err="1">
                <a:ln>
                  <a:noFill/>
                </a:ln>
                <a:solidFill>
                  <a:srgbClr val="000000"/>
                </a:solidFill>
                <a:effectLst/>
                <a:uLnTx/>
                <a:uFillTx/>
                <a:latin typeface="Arial"/>
                <a:cs typeface="Arial"/>
                <a:sym typeface="Arial"/>
              </a:rPr>
              <a:t>png</a:t>
            </a:r>
            <a:r>
              <a:rPr kumimoji="0" lang="en-US" sz="2000" b="0" i="0" u="none" strike="noStrike" kern="0" cap="none" spc="0" normalizeH="0" baseline="0" noProof="0" dirty="0">
                <a:ln>
                  <a:noFill/>
                </a:ln>
                <a:solidFill>
                  <a:srgbClr val="000000"/>
                </a:solidFill>
                <a:effectLst/>
                <a:uLnTx/>
                <a:uFillTx/>
                <a:latin typeface="Arial"/>
                <a:cs typeface="Arial"/>
                <a:sym typeface="Arial"/>
              </a:rPr>
              <a:t> , jpeg , </a:t>
            </a:r>
            <a:r>
              <a:rPr kumimoji="0" lang="en-US" sz="2000" b="0" i="0" u="none" strike="noStrike" kern="0" cap="none" spc="0" normalizeH="0" baseline="0" noProof="0" dirty="0" err="1">
                <a:ln>
                  <a:noFill/>
                </a:ln>
                <a:solidFill>
                  <a:srgbClr val="000000"/>
                </a:solidFill>
                <a:effectLst/>
                <a:uLnTx/>
                <a:uFillTx/>
                <a:latin typeface="Arial"/>
                <a:cs typeface="Arial"/>
                <a:sym typeface="Arial"/>
              </a:rPr>
              <a:t>etc</a:t>
            </a:r>
            <a:r>
              <a:rPr lang="en-US" sz="2000" dirty="0"/>
              <a:t> </a:t>
            </a:r>
            <a:r>
              <a:rPr kumimoji="0" lang="en-US" sz="2000" b="0" i="0" u="none" strike="noStrike" kern="0" cap="none" spc="0" normalizeH="0" baseline="0" noProof="0" dirty="0">
                <a:ln>
                  <a:noFill/>
                </a:ln>
                <a:solidFill>
                  <a:srgbClr val="000000"/>
                </a:solidFill>
                <a:effectLst/>
                <a:uLnTx/>
                <a:uFillTx/>
                <a:latin typeface="Arial"/>
                <a:cs typeface="Arial"/>
                <a:sym typeface="Arial"/>
              </a:rPr>
              <a:t> and the deployed application processes this image and generating image with bounding box each identified pipes in each class . This method is appropriate when users need to see where the pipe in image is counted.</a:t>
            </a:r>
          </a:p>
          <a:p>
            <a:pPr marL="0" lvl="0" indent="0" algn="l" rtl="0">
              <a:spcBef>
                <a:spcPts val="0"/>
              </a:spcBef>
              <a:spcAft>
                <a:spcPts val="0"/>
              </a:spcAft>
              <a:buNone/>
            </a:pPr>
            <a:endParaRPr lang="en-US" dirty="0">
              <a:latin typeface="Calibri"/>
              <a:ea typeface="Calibri"/>
              <a:cs typeface="Calibri"/>
              <a:sym typeface="Calibri"/>
            </a:endParaRPr>
          </a:p>
        </p:txBody>
      </p:sp>
      <p:sp>
        <p:nvSpPr>
          <p:cNvPr id="2" name="Rectangle 1">
            <a:extLst>
              <a:ext uri="{FF2B5EF4-FFF2-40B4-BE49-F238E27FC236}">
                <a16:creationId xmlns:a16="http://schemas.microsoft.com/office/drawing/2014/main" id="{1B14A156-CC8C-421B-A434-1B9FD63A8659}"/>
              </a:ext>
            </a:extLst>
          </p:cNvPr>
          <p:cNvSpPr/>
          <p:nvPr/>
        </p:nvSpPr>
        <p:spPr>
          <a:xfrm>
            <a:off x="249896" y="1091381"/>
            <a:ext cx="11692208" cy="48417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21"/>
          <p:cNvSpPr txBox="1">
            <a:spLocks noGrp="1"/>
          </p:cNvSpPr>
          <p:nvPr>
            <p:ph type="title"/>
          </p:nvPr>
        </p:nvSpPr>
        <p:spPr>
          <a:xfrm>
            <a:off x="228601" y="180727"/>
            <a:ext cx="11702143" cy="535491"/>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3000"/>
              <a:buFont typeface="Georgia"/>
              <a:buNone/>
            </a:pPr>
            <a:r>
              <a:rPr lang="en-US" sz="3200" b="1" dirty="0">
                <a:latin typeface="Times New Roman"/>
                <a:ea typeface="Times New Roman"/>
                <a:cs typeface="Times New Roman"/>
                <a:sym typeface="Times New Roman"/>
              </a:rPr>
              <a:t>Screen shot of output </a:t>
            </a:r>
            <a:endParaRPr sz="3200" b="1" dirty="0">
              <a:latin typeface="Times New Roman"/>
              <a:ea typeface="Times New Roman"/>
              <a:cs typeface="Times New Roman"/>
              <a:sym typeface="Times New Roman"/>
            </a:endParaRPr>
          </a:p>
        </p:txBody>
      </p:sp>
      <p:pic>
        <p:nvPicPr>
          <p:cNvPr id="441" name="Google Shape;441;p21"/>
          <p:cNvPicPr preferRelativeResize="0"/>
          <p:nvPr/>
        </p:nvPicPr>
        <p:blipFill rotWithShape="1">
          <a:blip r:embed="rId3">
            <a:alphaModFix/>
          </a:blip>
          <a:srcRect/>
          <a:stretch/>
        </p:blipFill>
        <p:spPr>
          <a:xfrm>
            <a:off x="9580951" y="5971862"/>
            <a:ext cx="2592012" cy="805375"/>
          </a:xfrm>
          <a:prstGeom prst="rect">
            <a:avLst/>
          </a:prstGeom>
          <a:noFill/>
          <a:ln>
            <a:noFill/>
          </a:ln>
        </p:spPr>
      </p:pic>
      <p:sp>
        <p:nvSpPr>
          <p:cNvPr id="2" name="Rectangle 1">
            <a:extLst>
              <a:ext uri="{FF2B5EF4-FFF2-40B4-BE49-F238E27FC236}">
                <a16:creationId xmlns:a16="http://schemas.microsoft.com/office/drawing/2014/main" id="{ACE8A2AA-0D20-C146-47BB-1E6BE6E428B0}"/>
              </a:ext>
            </a:extLst>
          </p:cNvPr>
          <p:cNvSpPr/>
          <p:nvPr/>
        </p:nvSpPr>
        <p:spPr>
          <a:xfrm>
            <a:off x="249896" y="1101213"/>
            <a:ext cx="11692208" cy="48417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840FA3E6-63BC-B6A2-F4F3-966B6D4DEC04}"/>
              </a:ext>
            </a:extLst>
          </p:cNvPr>
          <p:cNvPicPr>
            <a:picLocks noChangeAspect="1"/>
          </p:cNvPicPr>
          <p:nvPr/>
        </p:nvPicPr>
        <p:blipFill>
          <a:blip r:embed="rId4"/>
          <a:srcRect/>
          <a:stretch/>
        </p:blipFill>
        <p:spPr>
          <a:xfrm>
            <a:off x="1722432" y="1259284"/>
            <a:ext cx="3577155" cy="4525564"/>
          </a:xfrm>
          <a:prstGeom prst="rect">
            <a:avLst/>
          </a:prstGeom>
        </p:spPr>
      </p:pic>
      <p:pic>
        <p:nvPicPr>
          <p:cNvPr id="10" name="Picture 9">
            <a:extLst>
              <a:ext uri="{FF2B5EF4-FFF2-40B4-BE49-F238E27FC236}">
                <a16:creationId xmlns:a16="http://schemas.microsoft.com/office/drawing/2014/main" id="{D1A12032-74AF-BD2A-CD3A-CC5D33FEDEC7}"/>
              </a:ext>
            </a:extLst>
          </p:cNvPr>
          <p:cNvPicPr>
            <a:picLocks noChangeAspect="1"/>
          </p:cNvPicPr>
          <p:nvPr/>
        </p:nvPicPr>
        <p:blipFill>
          <a:blip r:embed="rId5"/>
          <a:srcRect/>
          <a:stretch/>
        </p:blipFill>
        <p:spPr>
          <a:xfrm>
            <a:off x="6230526" y="1419219"/>
            <a:ext cx="3840836" cy="40938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29"/>
          <p:cNvSpPr txBox="1">
            <a:spLocks noGrp="1"/>
          </p:cNvSpPr>
          <p:nvPr>
            <p:ph type="title"/>
          </p:nvPr>
        </p:nvSpPr>
        <p:spPr>
          <a:xfrm>
            <a:off x="228600" y="177777"/>
            <a:ext cx="10515600" cy="535491"/>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3000"/>
              <a:buFont typeface="Georgia"/>
              <a:buNone/>
            </a:pPr>
            <a:r>
              <a:rPr lang="en-US" sz="3200" b="1">
                <a:latin typeface="Times New Roman"/>
                <a:ea typeface="Times New Roman"/>
                <a:cs typeface="Times New Roman"/>
                <a:sym typeface="Times New Roman"/>
              </a:rPr>
              <a:t>Challenges</a:t>
            </a:r>
            <a:endParaRPr sz="3200" b="1">
              <a:latin typeface="Times New Roman"/>
              <a:ea typeface="Times New Roman"/>
              <a:cs typeface="Times New Roman"/>
              <a:sym typeface="Times New Roman"/>
            </a:endParaRPr>
          </a:p>
        </p:txBody>
      </p:sp>
      <p:pic>
        <p:nvPicPr>
          <p:cNvPr id="468" name="Google Shape;468;p29"/>
          <p:cNvPicPr preferRelativeResize="0"/>
          <p:nvPr/>
        </p:nvPicPr>
        <p:blipFill rotWithShape="1">
          <a:blip r:embed="rId3">
            <a:alphaModFix/>
          </a:blip>
          <a:srcRect/>
          <a:stretch/>
        </p:blipFill>
        <p:spPr>
          <a:xfrm>
            <a:off x="9580951" y="5971862"/>
            <a:ext cx="2592012" cy="805375"/>
          </a:xfrm>
          <a:prstGeom prst="rect">
            <a:avLst/>
          </a:prstGeom>
          <a:noFill/>
          <a:ln>
            <a:noFill/>
          </a:ln>
        </p:spPr>
      </p:pic>
      <p:sp>
        <p:nvSpPr>
          <p:cNvPr id="2" name="TextBox 1">
            <a:extLst>
              <a:ext uri="{FF2B5EF4-FFF2-40B4-BE49-F238E27FC236}">
                <a16:creationId xmlns:a16="http://schemas.microsoft.com/office/drawing/2014/main" id="{43CF5E30-161B-5C2D-0418-F81E6F325DEE}"/>
              </a:ext>
            </a:extLst>
          </p:cNvPr>
          <p:cNvSpPr txBox="1"/>
          <p:nvPr/>
        </p:nvSpPr>
        <p:spPr>
          <a:xfrm>
            <a:off x="540774" y="1280461"/>
            <a:ext cx="11110452" cy="3170099"/>
          </a:xfrm>
          <a:prstGeom prst="rect">
            <a:avLst/>
          </a:prstGeom>
          <a:noFill/>
        </p:spPr>
        <p:txBody>
          <a:bodyPr wrap="square" rtlCol="0">
            <a:spAutoFit/>
          </a:bodyPr>
          <a:lstStyle/>
          <a:p>
            <a:r>
              <a:rPr lang="en-US" sz="2000" b="1" dirty="0"/>
              <a:t>Annotation </a:t>
            </a:r>
            <a:r>
              <a:rPr lang="en-US" sz="2000" dirty="0"/>
              <a:t>: the annotation part is tedious to work on each image and annotate each image by hand.</a:t>
            </a:r>
          </a:p>
          <a:p>
            <a:r>
              <a:rPr lang="en-US" sz="2000" b="1" dirty="0"/>
              <a:t>Model choosing </a:t>
            </a:r>
            <a:r>
              <a:rPr lang="en-US" sz="2000" dirty="0"/>
              <a:t>: choosing a model to train our data and learning all the model is not easy there is a lot of model in internet and each has its own pros and cons.</a:t>
            </a:r>
          </a:p>
          <a:p>
            <a:r>
              <a:rPr lang="en-US" sz="2000" b="1" dirty="0"/>
              <a:t>Training </a:t>
            </a:r>
            <a:r>
              <a:rPr lang="en-US" sz="2000" dirty="0"/>
              <a:t>: after choosing a model to build we need to train the data on the model and get the best weight in which the model is getting the highest desirable accuracy . This will take time because the training part is hardware demanding and time consuming.</a:t>
            </a:r>
          </a:p>
          <a:p>
            <a:r>
              <a:rPr lang="en-US" sz="2000" b="1" dirty="0"/>
              <a:t>Deployment</a:t>
            </a:r>
            <a:r>
              <a:rPr lang="en-US" sz="2000" dirty="0"/>
              <a:t>: after training, validating and testing we get a set of weights that is the best to identify pipes in any images we give to our program. So we need to develop a good interface in this case </a:t>
            </a:r>
            <a:r>
              <a:rPr lang="en-US" sz="2000" dirty="0" err="1"/>
              <a:t>streamlit</a:t>
            </a:r>
            <a:r>
              <a:rPr lang="en-US" sz="2000" dirty="0"/>
              <a:t>.</a:t>
            </a:r>
          </a:p>
        </p:txBody>
      </p:sp>
      <p:sp>
        <p:nvSpPr>
          <p:cNvPr id="3" name="Rectangle 2">
            <a:extLst>
              <a:ext uri="{FF2B5EF4-FFF2-40B4-BE49-F238E27FC236}">
                <a16:creationId xmlns:a16="http://schemas.microsoft.com/office/drawing/2014/main" id="{E1C1620A-3FD0-DCBD-F16D-4472FB519ED3}"/>
              </a:ext>
            </a:extLst>
          </p:cNvPr>
          <p:cNvSpPr/>
          <p:nvPr/>
        </p:nvSpPr>
        <p:spPr>
          <a:xfrm>
            <a:off x="228600" y="1081548"/>
            <a:ext cx="11658600" cy="48903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31"/>
          <p:cNvSpPr txBox="1">
            <a:spLocks noGrp="1"/>
          </p:cNvSpPr>
          <p:nvPr>
            <p:ph type="title"/>
          </p:nvPr>
        </p:nvSpPr>
        <p:spPr>
          <a:xfrm>
            <a:off x="155575" y="116579"/>
            <a:ext cx="105156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3000"/>
              <a:buFont typeface="Georgia"/>
              <a:buNone/>
            </a:pPr>
            <a:r>
              <a:rPr lang="en-US" sz="3200" b="1">
                <a:latin typeface="Times New Roman"/>
                <a:ea typeface="Times New Roman"/>
                <a:cs typeface="Times New Roman"/>
                <a:sym typeface="Times New Roman"/>
              </a:rPr>
              <a:t>Future Scopes </a:t>
            </a:r>
            <a:endParaRPr sz="3200" b="1">
              <a:latin typeface="Times New Roman"/>
              <a:ea typeface="Times New Roman"/>
              <a:cs typeface="Times New Roman"/>
              <a:sym typeface="Times New Roman"/>
            </a:endParaRPr>
          </a:p>
        </p:txBody>
      </p:sp>
      <p:sp>
        <p:nvSpPr>
          <p:cNvPr id="475" name="Google Shape;475;p31" descr="Future Scope Clipart - Man With Binoculars Png - Free Transparent PNG  Clipart Images Download"/>
          <p:cNvSpPr/>
          <p:nvPr/>
        </p:nvSpPr>
        <p:spPr>
          <a:xfrm>
            <a:off x="155575" y="-144461"/>
            <a:ext cx="304800" cy="304801"/>
          </a:xfrm>
          <a:prstGeom prst="rect">
            <a:avLst/>
          </a:prstGeom>
          <a:no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None/>
            </a:pPr>
            <a:endParaRPr sz="1500" b="0" i="0" u="none" strike="noStrike" cap="none">
              <a:solidFill>
                <a:srgbClr val="000000"/>
              </a:solidFill>
              <a:latin typeface="Arial"/>
              <a:ea typeface="Arial"/>
              <a:cs typeface="Arial"/>
              <a:sym typeface="Arial"/>
            </a:endParaRPr>
          </a:p>
        </p:txBody>
      </p:sp>
      <p:pic>
        <p:nvPicPr>
          <p:cNvPr id="476" name="Google Shape;476;p31"/>
          <p:cNvPicPr preferRelativeResize="0"/>
          <p:nvPr/>
        </p:nvPicPr>
        <p:blipFill rotWithShape="1">
          <a:blip r:embed="rId3">
            <a:alphaModFix/>
          </a:blip>
          <a:srcRect/>
          <a:stretch/>
        </p:blipFill>
        <p:spPr>
          <a:xfrm>
            <a:off x="9580951" y="5971862"/>
            <a:ext cx="2592012" cy="805375"/>
          </a:xfrm>
          <a:prstGeom prst="rect">
            <a:avLst/>
          </a:prstGeom>
          <a:noFill/>
          <a:ln>
            <a:noFill/>
          </a:ln>
        </p:spPr>
      </p:pic>
      <p:sp>
        <p:nvSpPr>
          <p:cNvPr id="2" name="TextBox 1">
            <a:extLst>
              <a:ext uri="{FF2B5EF4-FFF2-40B4-BE49-F238E27FC236}">
                <a16:creationId xmlns:a16="http://schemas.microsoft.com/office/drawing/2014/main" id="{BA52806C-7996-215B-3A39-FDF3BE3D6058}"/>
              </a:ext>
            </a:extLst>
          </p:cNvPr>
          <p:cNvSpPr txBox="1"/>
          <p:nvPr/>
        </p:nvSpPr>
        <p:spPr>
          <a:xfrm>
            <a:off x="460375" y="1274564"/>
            <a:ext cx="10667999" cy="4308872"/>
          </a:xfrm>
          <a:prstGeom prst="rect">
            <a:avLst/>
          </a:prstGeom>
          <a:noFill/>
        </p:spPr>
        <p:txBody>
          <a:bodyPr wrap="square" rtlCol="0">
            <a:spAutoFit/>
          </a:bodyPr>
          <a:lstStyle/>
          <a:p>
            <a:pPr>
              <a:buFont typeface="+mj-lt"/>
              <a:buAutoNum type="arabicPeriod"/>
            </a:pPr>
            <a:r>
              <a:rPr lang="en-US" sz="2000" b="1"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Multi-Class Object Detection</a:t>
            </a:r>
            <a:r>
              <a:rPr lang="en-US" sz="2000" b="0"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Extend the project to support detection of a broader range of object classes beyond the ones currently implemented. This could involve expanding the model's training data to include additional classes and updating the class labels and detection logic accordingly.</a:t>
            </a:r>
          </a:p>
          <a:p>
            <a:pPr>
              <a:buFont typeface="+mj-lt"/>
              <a:buAutoNum type="arabicPeriod"/>
            </a:pPr>
            <a:r>
              <a:rPr lang="en-US" sz="2000" b="1"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Real-time Video Processing</a:t>
            </a:r>
            <a:r>
              <a:rPr lang="en-US" sz="2000" b="0"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Enhance the project to support real-time object detection in video streams. This would involve modifying the application to process video frames sequentially, applying the object detection model to each frame, and displaying the results in real-time.</a:t>
            </a:r>
          </a:p>
          <a:p>
            <a:pPr>
              <a:buFont typeface="+mj-lt"/>
              <a:buAutoNum type="arabicPeriod"/>
            </a:pPr>
            <a:r>
              <a:rPr lang="en-US" sz="2000" b="1"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Integration with Other Technologies</a:t>
            </a:r>
            <a:r>
              <a:rPr lang="en-US" sz="2000" b="0"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Integrate the object detection functionality with other technologies or services to enhance its capabilities. For example, incorporating image enhancement techniques, post-processing algorithms, or cloud-based services for additional analysis or data processing.</a:t>
            </a:r>
          </a:p>
          <a:p>
            <a:pPr>
              <a:buFont typeface="+mj-lt"/>
              <a:buAutoNum type="arabicPeriod"/>
            </a:pPr>
            <a:r>
              <a:rPr lang="en-US" sz="2000" b="1"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User Interface Improvements</a:t>
            </a:r>
            <a:r>
              <a:rPr lang="en-US" sz="2000" b="0" i="0" dirty="0">
                <a:solidFill>
                  <a:srgbClr val="0D0D0D"/>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Continuously improve the user interface of the application to enhance usability, accessibility, and user experience. This could involve refining the layout, adding interactive features, or optimizing performance for different devices and screen sizes</a:t>
            </a:r>
            <a:r>
              <a:rPr lang="en-US" b="0" i="0" dirty="0">
                <a:solidFill>
                  <a:srgbClr val="0D0D0D"/>
                </a:solidFill>
                <a:effectLst/>
                <a:highlight>
                  <a:srgbClr val="FFFFFF"/>
                </a:highlight>
                <a:latin typeface="Söhne"/>
              </a:rPr>
              <a:t>.</a:t>
            </a:r>
          </a:p>
          <a:p>
            <a:pPr algn="l">
              <a:buFont typeface="+mj-lt"/>
              <a:buAutoNum type="arabicPeriod"/>
            </a:pPr>
            <a:endParaRPr lang="en-US" b="0" i="0" dirty="0">
              <a:solidFill>
                <a:srgbClr val="ECECEC"/>
              </a:solidFill>
              <a:effectLst/>
              <a:highlight>
                <a:srgbClr val="212121"/>
              </a:highlight>
              <a:latin typeface="Söhne"/>
            </a:endParaRPr>
          </a:p>
        </p:txBody>
      </p:sp>
      <p:sp>
        <p:nvSpPr>
          <p:cNvPr id="3" name="Rectangle 2">
            <a:extLst>
              <a:ext uri="{FF2B5EF4-FFF2-40B4-BE49-F238E27FC236}">
                <a16:creationId xmlns:a16="http://schemas.microsoft.com/office/drawing/2014/main" id="{8CA5EAE5-6046-675A-3857-1D42CFB85C1E}"/>
              </a:ext>
            </a:extLst>
          </p:cNvPr>
          <p:cNvSpPr/>
          <p:nvPr/>
        </p:nvSpPr>
        <p:spPr>
          <a:xfrm>
            <a:off x="249896" y="1091381"/>
            <a:ext cx="11692208" cy="48417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3"/>
          <p:cNvSpPr txBox="1">
            <a:spLocks noGrp="1"/>
          </p:cNvSpPr>
          <p:nvPr>
            <p:ph type="title"/>
          </p:nvPr>
        </p:nvSpPr>
        <p:spPr>
          <a:xfrm>
            <a:off x="76200" y="115403"/>
            <a:ext cx="10744200" cy="535500"/>
          </a:xfrm>
          <a:prstGeom prst="rect">
            <a:avLst/>
          </a:prstGeom>
          <a:noFill/>
          <a:ln>
            <a:noFill/>
          </a:ln>
        </p:spPr>
        <p:txBody>
          <a:bodyPr spcFirstLastPara="1" wrap="square" lIns="91400" tIns="45675" rIns="91400" bIns="45675" anchor="ctr" anchorCtr="0">
            <a:spAutoFit/>
          </a:bodyPr>
          <a:lstStyle/>
          <a:p>
            <a:pPr marL="0" lvl="0" indent="0" algn="l" rtl="0">
              <a:lnSpc>
                <a:spcPct val="90000"/>
              </a:lnSpc>
              <a:spcBef>
                <a:spcPts val="0"/>
              </a:spcBef>
              <a:spcAft>
                <a:spcPts val="0"/>
              </a:spcAft>
              <a:buClr>
                <a:schemeClr val="dk1"/>
              </a:buClr>
              <a:buSzPts val="3000"/>
              <a:buFont typeface="Georgia"/>
              <a:buNone/>
            </a:pPr>
            <a:r>
              <a:rPr lang="en-US" sz="3200" b="1">
                <a:latin typeface="Times New Roman"/>
                <a:ea typeface="Times New Roman"/>
                <a:cs typeface="Times New Roman"/>
                <a:sym typeface="Times New Roman"/>
              </a:rPr>
              <a:t>Queries ?  </a:t>
            </a:r>
            <a:endParaRPr sz="3200" b="1">
              <a:latin typeface="Times New Roman"/>
              <a:ea typeface="Times New Roman"/>
              <a:cs typeface="Times New Roman"/>
              <a:sym typeface="Times New Roman"/>
            </a:endParaRPr>
          </a:p>
        </p:txBody>
      </p:sp>
      <p:pic>
        <p:nvPicPr>
          <p:cNvPr id="483" name="Google Shape;483;p33"/>
          <p:cNvPicPr preferRelativeResize="0"/>
          <p:nvPr/>
        </p:nvPicPr>
        <p:blipFill rotWithShape="1">
          <a:blip r:embed="rId3">
            <a:alphaModFix/>
          </a:blip>
          <a:srcRect/>
          <a:stretch/>
        </p:blipFill>
        <p:spPr>
          <a:xfrm>
            <a:off x="2486998" y="1168646"/>
            <a:ext cx="7218003" cy="4520707"/>
          </a:xfrm>
          <a:prstGeom prst="rect">
            <a:avLst/>
          </a:prstGeom>
          <a:noFill/>
          <a:ln>
            <a:noFill/>
          </a:ln>
        </p:spPr>
      </p:pic>
      <p:pic>
        <p:nvPicPr>
          <p:cNvPr id="484" name="Google Shape;484;p33"/>
          <p:cNvPicPr preferRelativeResize="0"/>
          <p:nvPr/>
        </p:nvPicPr>
        <p:blipFill rotWithShape="1">
          <a:blip r:embed="rId4">
            <a:alphaModFix/>
          </a:blip>
          <a:srcRect/>
          <a:stretch/>
        </p:blipFill>
        <p:spPr>
          <a:xfrm>
            <a:off x="9580951" y="5971862"/>
            <a:ext cx="2592012" cy="8053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pic>
        <p:nvPicPr>
          <p:cNvPr id="489" name="Google Shape;489;p60"/>
          <p:cNvPicPr preferRelativeResize="0"/>
          <p:nvPr/>
        </p:nvPicPr>
        <p:blipFill rotWithShape="1">
          <a:blip r:embed="rId3">
            <a:alphaModFix/>
          </a:blip>
          <a:srcRect/>
          <a:stretch/>
        </p:blipFill>
        <p:spPr>
          <a:xfrm>
            <a:off x="9915533" y="6151969"/>
            <a:ext cx="2276467" cy="706033"/>
          </a:xfrm>
          <a:prstGeom prst="rect">
            <a:avLst/>
          </a:prstGeom>
          <a:noFill/>
          <a:ln>
            <a:noFill/>
          </a:ln>
        </p:spPr>
      </p:pic>
      <p:cxnSp>
        <p:nvCxnSpPr>
          <p:cNvPr id="490" name="Google Shape;490;p60"/>
          <p:cNvCxnSpPr/>
          <p:nvPr/>
        </p:nvCxnSpPr>
        <p:spPr>
          <a:xfrm>
            <a:off x="0" y="6464596"/>
            <a:ext cx="9597656" cy="0"/>
          </a:xfrm>
          <a:prstGeom prst="straightConnector1">
            <a:avLst/>
          </a:prstGeom>
          <a:noFill/>
          <a:ln w="9525" cap="flat" cmpd="sng">
            <a:solidFill>
              <a:srgbClr val="3B7FF2"/>
            </a:solidFill>
            <a:prstDash val="solid"/>
            <a:round/>
            <a:headEnd type="none" w="sm" len="sm"/>
            <a:tailEnd type="none" w="sm" len="sm"/>
          </a:ln>
        </p:spPr>
      </p:cxnSp>
      <p:pic>
        <p:nvPicPr>
          <p:cNvPr id="491" name="Google Shape;491;p60" descr="Attitudes 2 Animal Cognition Survey – The Anthrozoologist"/>
          <p:cNvPicPr preferRelativeResize="0"/>
          <p:nvPr/>
        </p:nvPicPr>
        <p:blipFill rotWithShape="1">
          <a:blip r:embed="rId4">
            <a:alphaModFix/>
          </a:blip>
          <a:srcRect/>
          <a:stretch/>
        </p:blipFill>
        <p:spPr>
          <a:xfrm>
            <a:off x="3110415" y="272435"/>
            <a:ext cx="5971172" cy="5971172"/>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286</TotalTime>
  <Words>1196</Words>
  <Application>Microsoft Office PowerPoint</Application>
  <PresentationFormat>Widescreen</PresentationFormat>
  <Paragraphs>148</Paragraphs>
  <Slides>21</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Söhne</vt:lpstr>
      <vt:lpstr>Georgia</vt:lpstr>
      <vt:lpstr>Times New Roman</vt:lpstr>
      <vt:lpstr>Aptos Display</vt:lpstr>
      <vt:lpstr>Arial</vt:lpstr>
      <vt:lpstr>Proxima Nova</vt:lpstr>
      <vt:lpstr>Calibri</vt:lpstr>
      <vt:lpstr>Aptos</vt:lpstr>
      <vt:lpstr>Office Theme</vt:lpstr>
      <vt:lpstr>Vial Counting Using Image Processing-193 Presented by GAYAL C ASHOK</vt:lpstr>
      <vt:lpstr>Project Leadership</vt:lpstr>
      <vt:lpstr>Team Members</vt:lpstr>
      <vt:lpstr>Contents</vt:lpstr>
      <vt:lpstr>Project Overview and Scope</vt:lpstr>
      <vt:lpstr>Business Problem</vt:lpstr>
      <vt:lpstr>Business Objective</vt:lpstr>
      <vt:lpstr>CRISP-ML(Q) Methodology    There are six stages of CRISP-ML(Q) Methodology  1.Business and data understanding  2.Data preparation  3.model building   4.Model evaluation  5.Model deployment  6.Monitoring and maintenance</vt:lpstr>
      <vt:lpstr>Technical Stacks</vt:lpstr>
      <vt:lpstr>Data Description</vt:lpstr>
      <vt:lpstr>System Requirements</vt:lpstr>
      <vt:lpstr>Data Preprocessing</vt:lpstr>
      <vt:lpstr>Data Visualization </vt:lpstr>
      <vt:lpstr>Model Building </vt:lpstr>
      <vt:lpstr>Best Model  – </vt:lpstr>
      <vt:lpstr>Model Deployment - Strategy</vt:lpstr>
      <vt:lpstr>Screen shot of output </vt:lpstr>
      <vt:lpstr>Challenges</vt:lpstr>
      <vt:lpstr>Future Scopes </vt:lpstr>
      <vt:lpstr>Queries ?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VIKAS BARTHWAL</dc:creator>
  <cp:lastModifiedBy>Athul v</cp:lastModifiedBy>
  <cp:revision>10</cp:revision>
  <dcterms:created xsi:type="dcterms:W3CDTF">2022-02-16T01:47:29Z</dcterms:created>
  <dcterms:modified xsi:type="dcterms:W3CDTF">2024-06-20T15:01:53Z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49deba9595b64033890e84905b5c3bc0</vt:lpwstr>
  </property>
  <property fmtid="{D5CDD505-2E9C-101B-9397-08002B2CF9AE}" pid="3" name="MSIP_Label_defa4170-0d19-0005-0004-bc88714345d2_Enabled">
    <vt:lpwstr>true</vt:lpwstr>
  </property>
  <property fmtid="{D5CDD505-2E9C-101B-9397-08002B2CF9AE}" pid="4" name="MSIP_Label_defa4170-0d19-0005-0004-bc88714345d2_SetDate">
    <vt:lpwstr>2024-04-29T15:59:29Z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a63533c3-f90d-4a9e-9f5b-348cae618a4e</vt:lpwstr>
  </property>
  <property fmtid="{D5CDD505-2E9C-101B-9397-08002B2CF9AE}" pid="8" name="MSIP_Label_defa4170-0d19-0005-0004-bc88714345d2_ActionId">
    <vt:lpwstr>ae5a730a-4a06-4098-a611-049ba96a560c</vt:lpwstr>
  </property>
  <property fmtid="{D5CDD505-2E9C-101B-9397-08002B2CF9AE}" pid="9" name="MSIP_Label_defa4170-0d19-0005-0004-bc88714345d2_ContentBits">
    <vt:lpwstr>0</vt:lpwstr>
  </property>
</Properties>
</file>